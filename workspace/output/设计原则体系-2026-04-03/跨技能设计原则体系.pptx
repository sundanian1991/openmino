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跨技能设计原则体系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跨技能设计原则体系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第一性原理 · 信息设计铁律 · 反AI味检查 · 决策流程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788920"/>
            <a:ext cx="2286000" cy="3657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体系定位：宪法 vs 地方法规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087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DESIGN.md 回答「为什么这样做」，各技能的 references/ 回答「怎么做」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383280" cy="3840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第一性原理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克制 &gt; 装饰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锐度 &gt; 模糊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诚实 &gt; 套路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极少变更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377440"/>
            <a:ext cx="3383280" cy="3840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信息设计铁律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5204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一页一核心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空白是设计的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强调色 &lt;= 10%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无装饰性元素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50%视觉率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年老师确认后变更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3832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反AI味检查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6条检查清单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发现新问题随时追加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4480560"/>
            <a:ext cx="3383280" cy="17373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5074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默认决策流程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5532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6步：内容到输出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与mino-frontend同步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第一性原理 — 三条设计宪法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338328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克制 &gt; 装饰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每个元素必须有目的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装饰性线条、色块、图标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一律删除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检查：去掉这个元素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页面信息量是否减少？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锐度 &gt; 模糊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46888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边界清晰、焦点明确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圆角 2px 而非 8px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分割线 1-2px 实线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检查：眯眼看页面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能否立刻识别焦点？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38328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诚实 &gt; 套路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46888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反 AI 味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不模仿、不堆砌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不套路化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宁可朴素，不假装精致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检查：给设计师看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是否一眼识别出AI生成？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 信息设计铁律 — 五条不可违反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789920" cy="4389120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铁律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含义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检查标准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一页一核心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每页只传达一个核心信息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能用一句话概括这页吗？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空白是设计的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留白是刻意安排，不是剩余空间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去掉留白，页面是否更拥挤？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强调色 &lt;= 10%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陶土色一页只出现一处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遮住强调色，信息是否丢失？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无装饰性元素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线条、色块、图标都有信息功能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去掉这个元素，信息量是否减少？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 视觉率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图文面积不超过页面50%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文字是否被图表挤压到不可读？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L3 反AI味检查清单 — 六条红线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无阴影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box-shadow 一律归零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无渐变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linear-gradient 仅用于封面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 Emoji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用图标库替代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无圆角滥用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圆角统一 2px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29184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无居中偏执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正文左对齐，标题才居中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3291840"/>
            <a:ext cx="3383280" cy="1371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无紫色/电光蓝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不用 AI 默认色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029200"/>
            <a:ext cx="107899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12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核心判断标准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给一个专业设计师看，他能否一眼识别出「AI 生成」？如果答案是「是」，就不过关。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L4 默认决策流程 — 六步从输入到输出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45920"/>
            <a:ext cx="164592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内容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要传达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什么信息？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核心信息清单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164592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情绪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读者读完后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该有什么感觉？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情绪基调选择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26280" y="1645920"/>
            <a:ext cx="1645920" cy="4572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阅读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读者按什么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顺序阅读？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信息层级排序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1645920"/>
            <a:ext cx="164592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836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密度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信息量多大？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需要分页吗？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114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页面数量与分配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92440" y="3474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6760" y="1645920"/>
            <a:ext cx="1645920" cy="2103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828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5039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版式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039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用什么结构承载？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版式类型选择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3931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66760" y="4206240"/>
            <a:ext cx="164592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503920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焦点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50392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第一眼看到什么？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5760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焦点元素与位置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与现有技能的对应关系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371600"/>
            <a:ext cx="1078992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DESIGN.md（为什么）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mino-frontend（怎么做）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0292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克制 &gt; 装饰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103120"/>
            <a:ext cx="502920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14种风格的统一约束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不约束创意，约束底线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50292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566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锐度 &gt; 模糊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502920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2px圆角、边界清晰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用参数保证执行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50292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846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诚实 &gt; 套路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4663440"/>
            <a:ext cx="502920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846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无阴影、无渐变、无emoji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检查清单即铁律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989320"/>
            <a:ext cx="107899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6035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原则只约束底线（反AI味），不约束上限（创意表达）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原则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极少变更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三条规定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铁律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确认后变更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五条铁律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检查清单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随时追加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六条红线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8972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决策流程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0976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同步更新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六步流程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内部设计标准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克制、锐度、诚实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原则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极少变更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三条规定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铁律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确认后变更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五条铁律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检查清单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随时追加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六条红线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决策流程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同步更新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六步流程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内部设计标准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克制、锐度、诚实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2560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不是限制创造力，是让创造力有骨架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原则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极少变更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三条规定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2044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铁律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确认后变更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五条铁律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检查清单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随时追加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六条红线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89720" y="374904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决策流程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509760" y="4297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同步更新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六步流程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Mino 视觉产出规范  |  内部设计标准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跨技能设计原则体系</dc:title>
  <dc:subject>跨技能设计原则体系</dc:subject>
  <dc:creator>Codex PPT Maker</dc:creator>
  <cp:lastModifiedBy>Codex PPT Maker</cp:lastModifiedBy>
  <cp:revision>1</cp:revision>
  <dcterms:created xsi:type="dcterms:W3CDTF">2026-04-04T03:20:25Z</dcterms:created>
  <dcterms:modified xsi:type="dcterms:W3CDTF">2026-04-04T03:20:25Z</dcterms:modified>
</cp:coreProperties>
</file>