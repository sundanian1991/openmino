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88920"/>
            <a:ext cx="2286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供应商管理团队  |  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如何应对职场「带节奏」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2788920"/>
            <a:ext cx="2286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供应商管理团队  |  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如何应对职场「带节奏」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识别模式 · 拆解动机 · 策略应对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2286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供应商管理团队  |  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分析框架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5120640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事件还原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谁做了什么、说了什么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真实情况是什么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核心矛盾在哪里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120640" cy="20116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五拳拆解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选择性攻击 · 群内表演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道德绑架 · 转移视线 · 信息真空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512064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动机推演与影响评估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六层动机排序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各方影响等级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风险预判矩阵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4023360"/>
            <a:ext cx="512064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REACT应对框架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四场景话术模板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核心应对原则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观察期判断标准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事件还原：群内「带节奏」全貌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他做了什么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真实情况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5303520"/>
            <a:ext cx="107899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核心判断：不是真诚预警，而是「抛问题+群内表演+责任转嫁」组合拳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事件还原：群内「带节奏」全貌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他做了什么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群里密集同步金条业务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「激励拿不到，供应商就大量流失」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「影响1400个坐席、5000多个家庭」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「激励方案定得非常有问题」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@所有人，制造全员紧迫感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真实情况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5303520"/>
            <a:ext cx="107899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核心判断：不是真诚预警，而是「抛问题+群内表演+责任转嫁」组合拳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事件还原：群内「带节奏」全貌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他做了什么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群里密集同步金条业务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「激励拿不到，供应商就大量流失」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「影响1400个坐席、5000多个家庭」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「激励方案定得非常有问题」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@所有人，制造全员紧迫感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真实情况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只有头部供应商个别问题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激励可放到4月份继续发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激励方案由策略组制定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经产品策略、老板共同确认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根本原因：交接期信息真空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303520"/>
            <a:ext cx="107899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核心判断：不是真诚预警，而是「抛问题+群内表演+责任转嫁」组合拳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五拳拆解：表象 vs 真相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697480"/>
                <a:gridCol w="26974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招式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他的说法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真实情况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矛盾点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选择性攻击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「激励有问题」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激励是策略组定的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不攻击策略组，只攻击服务组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群内表演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@所有人密集预警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可私下沟通却选群内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目标观众：管理层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道德绑架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1400坐席、5000家庭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仅头部个别问题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情绪化数字制造恐慌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转移视线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「激励定得高」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交接期信息真空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规避自己交接责任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信息真空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「拿不到钱」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数据中断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一周多没公布达标情况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动机推演：六层动机排序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可能性最高（三重叠加）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可能性中等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754880"/>
            <a:ext cx="10789920" cy="1371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工作方式问题对照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5257800"/>
          <a:ext cx="10241280" cy="73152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正常方式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他的方式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先私下沟通，再群里同步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直接群里「放炮」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攻击问题本身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选择性攻击人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用数据说话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用情绪化数字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动机推演：六层动机排序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可能性最高（三重叠加）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表演型预警 — 「发现问题」立人设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转移视线 — 把管理失效转移到激励问题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保护关系网 — 只攻击服务组，保护策略组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可能性中等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754880"/>
            <a:ext cx="10789920" cy="1371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工作方式问题对照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5257800"/>
          <a:ext cx="10241280" cy="73152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正常方式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他的方式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先私下沟通，再群里同步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直接群里「放炮」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攻击问题本身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选择性攻击人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用数据说话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用情绪化数字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动机推演：六层动机排序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可能性最高（三重叠加）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表演型预警 — 「发现问题」立人设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转移视线 — 把管理失效转移到激励问题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保护关系网 — 只攻击服务组，保护策略组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可能性中等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责任转嫁 — 把问题归咎于前任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配合策略组博弈 — 与刘伟佳师承关系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无知或隐瞒 — 确实没拿到数据（待观察）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754880"/>
            <a:ext cx="10789920" cy="1371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工作方式问题对照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5257800"/>
          <a:ext cx="10241280" cy="73152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正常方式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他的方式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先私下沟通，再群里同步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直接群里「放炮」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攻击问题本身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选择性攻击人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用数据说话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用情绪化数字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影响评估与风险预判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各方影响等级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三大核心风险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5303520"/>
            <a:ext cx="107899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最严重的影响：安全感被破坏 — 安全感是团队合作的基础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影响评估与风险预判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各方影响等级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5303520" cy="292608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受影响方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等级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团队安全感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高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李吉斌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高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王易人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策略组关系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年老师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低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三大核心风险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303520"/>
            <a:ext cx="107899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最严重的影响：安全感被破坏 — 安全感是团队合作的基础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影响评估与风险预判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各方影响等级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5303520" cy="292608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受影响方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等级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团队安全感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高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李吉斌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高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王易人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策略组关系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年老师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低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三大核心风险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201168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李吉斌公开反击 — 引发公开冲突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策略组 vs 服务组博弈升级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表演型管理成为常态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狼来了效应 — 真问题被忽视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军哥被情绪化数字误导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5303520"/>
            <a:ext cx="107899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最严重的影响：安全感被破坏 — 安全感是团队合作的基础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应对框架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五条核心原则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应对框架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789920" cy="3200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步骤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话术示例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目的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R-承认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我理解你对激励问题的担忧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承认情绪，不接靶子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E-解释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真正的问题是交接期信息真空、数据中断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回归根本原因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A-行动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已和头部供应商沟通，建议恢复数据同步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展示行动力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C-约束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激励方案制定在策略组，我负责供应商沟通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明确边界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T-目标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建议私下对齐交接期责任，恢复数据同步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指出真正问题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五条核心原则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应对框架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789920" cy="3200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步骤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话术示例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目的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R-承认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我理解你对激励问题的担忧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承认情绪，不接靶子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E-解释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真正的问题是交接期信息真空、数据中断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回归根本原因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A-行动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已和头部供应商沟通，建议恢复数据同步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展示行动力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C-约束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激励方案制定在策略组，我负责供应商沟通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明确边界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T-目标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建议私下对齐交接期责任，恢复数据同步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指出真正问题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五条核心原则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5440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不接靶子 — 不说「方案确实有问题」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回归根本原因 — 指出「信息真空」才是真问题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拒绝逼迫 — 不被道德绑架逼表态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保护安全感 — 不在群里制造对立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用数据说话 — 真实数据对抗情绪化数字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供应商管理团队  |  内部分析材料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识别模式，不被带节奏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用数据说话，不接情绪靶子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回归根本原因,保护团队安全感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供应商管理团队  |  内部分析材料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识别模式，不被带节奏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用数据说话，不接情绪靶子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回归根本原因,保护团队安全感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347472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预警 vs 表演判断标准：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私下沟通 vs 群里放炮 | 攻击所有方 vs 选择性攻击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真实数据 vs 情绪化数字 | 给出方案 vs 只提问题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供应商管理团队  |  内部分析材料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如何应对职场带节奏</dc:title>
  <dc:subject>如何应对职场带节奏</dc:subject>
  <dc:creator>Codex PPT Maker</dc:creator>
  <cp:lastModifiedBy>Codex PPT Maker</cp:lastModifiedBy>
  <cp:revision>1</cp:revision>
  <dcterms:created xsi:type="dcterms:W3CDTF">2026-04-03T15:22:11Z</dcterms:created>
  <dcterms:modified xsi:type="dcterms:W3CDTF">2026-04-03T15:22:11Z</dcterms:modified>
</cp:coreProperties>
</file>