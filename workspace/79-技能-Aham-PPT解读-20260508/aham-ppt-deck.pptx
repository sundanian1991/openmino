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4617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4572000" cy="4572000"/>
          </a:xfrm>
          <a:prstGeom prst="ellipse">
            <a:avLst/>
          </a:prstGeom>
          <a:solidFill>
            <a:srgbClr val="2E385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474720" cy="3474720"/>
          </a:xfrm>
          <a:prstGeom prst="ellipse">
            <a:avLst/>
          </a:prstGeom>
          <a:solidFill>
            <a:srgbClr val="2E385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" cy="201168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SKILL · 文章解读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EB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Aham PPT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生成原生可编辑的咨询级 PPT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005840" y="3383280"/>
            <a:ext cx="2011680" cy="0"/>
          </a:xfrm>
          <a:prstGeom prst="line">
            <a:avLst/>
          </a:prstGeom>
          <a:noFill/>
          <a:ln w="12700">
            <a:solidFill>
              <a:srgbClr val="2E38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Aham日记 公众号文章 · 2026-05-08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Mino 解读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「让知识工作者不再熬夜，早点回家」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一句话价值主张 · 3 个核心数字速览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8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个错误权衡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AI PPT 工具在 3 个关键点上做了错误选择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E8F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阶段方法论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从规范加载到质检交付的完整流水线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463040"/>
            <a:ext cx="26060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737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AAF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套规范硬约束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 清单逐项扫描，不合规自动修正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Aham日记公众号文章 · 2026-05-08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种版式 · 同一套视觉语言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每一页结构、版式都不同，但视觉语言高度一致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Hero + Action Title + 元信息四列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8568" y="13716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508760"/>
            <a:ext cx="365760" cy="365760"/>
          </a:xfrm>
          <a:prstGeom prst="ellipse">
            <a:avLst/>
          </a:prstGeom>
          <a:solidFill>
            <a:srgbClr val="4E8FCC"/>
          </a:solidFill>
          <a:ln w="12700">
            <a:solidFill>
              <a:srgbClr val="4E8F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19659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95728" y="22402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高密度数据表 + 关键行高亮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22776" y="13716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59936" y="1508760"/>
            <a:ext cx="365760" cy="365760"/>
          </a:xfrm>
          <a:prstGeom prst="ellipse">
            <a:avLst/>
          </a:prstGeom>
          <a:solidFill>
            <a:srgbClr val="3AAFB8"/>
          </a:solidFill>
          <a:ln w="12700">
            <a:solidFill>
              <a:srgbClr val="3AAF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59936" y="19659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流程差异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59936" y="22402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 vs Aham 八阶段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86984" y="13716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24144" y="1508760"/>
            <a:ext cx="365760" cy="365760"/>
          </a:xfrm>
          <a:prstGeom prst="ellipse">
            <a:avLst/>
          </a:prstGeom>
          <a:solidFill>
            <a:srgbClr val="56B87A"/>
          </a:solidFill>
          <a:ln w="12700">
            <a:solidFill>
              <a:srgbClr val="56B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24144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24144" y="19659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22402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 + 里程碑 + 风险分级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51192" y="13716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88352" y="1508760"/>
            <a:ext cx="365760" cy="36576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88352" y="19659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区域部署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88352" y="22402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抽象地图 + 精细数据表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29718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4E8FCC"/>
          </a:solidFill>
          <a:ln w="12700">
            <a:solidFill>
              <a:srgbClr val="4E8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5661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财务测算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8404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 ROI + 待替换占位符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58568" y="29718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395728" y="3108960"/>
            <a:ext cx="365760" cy="365760"/>
          </a:xfrm>
          <a:prstGeom prst="ellipse">
            <a:avLst/>
          </a:prstGeom>
          <a:solidFill>
            <a:srgbClr val="3AAFB8"/>
          </a:solidFill>
          <a:ln w="12700">
            <a:solidFill>
              <a:srgbClr val="3AAF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9572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395728" y="35661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建议结论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395728" y="38404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三卡并列 + 四要素推荐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22776" y="29718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059936" y="3108960"/>
            <a:ext cx="365760" cy="365760"/>
          </a:xfrm>
          <a:prstGeom prst="ellipse">
            <a:avLst/>
          </a:prstGeom>
          <a:solidFill>
            <a:srgbClr val="56B87A"/>
          </a:solidFill>
          <a:ln w="12700">
            <a:solidFill>
              <a:srgbClr val="56B87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59936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59936" y="35661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059936" y="38404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四层分层 + 22 个组件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86984" y="29718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724144" y="3108960"/>
            <a:ext cx="365760" cy="36576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24144" y="35661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端到端流程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24144" y="38404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三泳道 + 决策菱形 + 回退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51192" y="2971800"/>
            <a:ext cx="1527048" cy="1417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88352" y="3108960"/>
            <a:ext cx="365760" cy="365760"/>
          </a:xfrm>
          <a:prstGeom prst="ellipse">
            <a:avLst/>
          </a:prstGeom>
          <a:solidFill>
            <a:srgbClr val="4E8FCC"/>
          </a:solidFill>
          <a:ln w="12700">
            <a:solidFill>
              <a:srgbClr val="4E8F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88352" y="356616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388352" y="38404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工作流 × 13 个月 × 13 里程碑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E385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27432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0" b="1" dirty="0">
                <a:solidFill>
                  <a:srgbClr val="2E38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822960" y="3090672"/>
            <a:ext cx="1371600" cy="64008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0EB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 AI PPT 工具的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0EB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三大错误权衡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市场上大部分产品在三个关键点上做了错误的权衡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 01：「图片导出，不可编辑」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64008" cy="502920"/>
          </a:xfrm>
          <a:prstGeom prst="rect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「生成的 PPT 打开后，每一页都是一张图片」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改个数字？只能把整张图替换掉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调个布局？拆不开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这是「演示」级 PPT，不是「交付」级 PPT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7955280" cy="640080"/>
          </a:xfrm>
          <a:prstGeom prst="roundRect">
            <a:avLst/>
          </a:prstGeom>
          <a:solidFill>
            <a:srgbClr val="F5E6D0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展示可以，协作不行。任何修改都意味着重新生成整页。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 02：「一键生成，改比重做累」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64008" cy="502920"/>
          </a:xfrm>
          <a:prstGeom prst="rect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「一键出来的东西，改起来比重写还累」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没想明白，你就得替它擦屁股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一口气做完 30 页，然后让你调整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方向错了，30 页都要推倒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7955280" cy="640080"/>
          </a:xfrm>
          <a:prstGeom prst="roundRect">
            <a:avLst/>
          </a:prstGeom>
          <a:solidFill>
            <a:srgbClr val="F5E6D0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看似省了开头的时间，但修改时间远超手动做一遍。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 03：「AI 自由发挥，没有品牌底线」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64008" cy="502920"/>
          </a:xfrm>
          <a:prstGeom prst="rect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用它的审美给你一堆渐变、emoji、饼图、投影」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85800" y="207568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这些在咨询公司交付语境里都是「禁用」的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每一页风格各异，整体缺乏统一性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081528"/>
            <a:ext cx="91440" cy="91440"/>
          </a:xfrm>
          <a:prstGeom prst="ellipse">
            <a:avLst/>
          </a:prstGeom>
          <a:solidFill>
            <a:srgbClr val="C84C4C"/>
          </a:solidFill>
          <a:ln w="12700">
            <a:solidFill>
              <a:srgbClr val="C84C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71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视觉自由 = 品牌失控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566160"/>
            <a:ext cx="7955280" cy="640080"/>
          </a:xfrm>
          <a:prstGeom prst="roundRect">
            <a:avLst/>
          </a:prstGeom>
          <a:solidFill>
            <a:srgbClr val="F5E6D0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做出来的 PPT 不像一个团队做的，更不像你们公司的。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8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2E3850"/>
          </a:solidFill>
          <a:ln w="12700">
            <a:solidFill>
              <a:srgbClr val="2E3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274320" y="-5486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0" b="1" dirty="0">
                <a:solidFill>
                  <a:srgbClr val="2E38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0" dirty="0"/>
          </a:p>
        </p:txBody>
      </p:sp>
      <p:sp>
        <p:nvSpPr>
          <p:cNvPr id="4" name="Shape 2"/>
          <p:cNvSpPr/>
          <p:nvPr/>
        </p:nvSpPr>
        <p:spPr>
          <a:xfrm>
            <a:off x="822960" y="3090672"/>
            <a:ext cx="1371600" cy="64008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200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0EB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Aham PPT 的三个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0EB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反向抉择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在每个关键点上，走了完全相反的路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抉择 01：原生可编辑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70432"/>
            <a:ext cx="64008" cy="45720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「每个形状都是原生的 shape，每段文字都是 textbox」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7955280" cy="594360"/>
          </a:xfrm>
          <a:prstGeom prst="roundRect">
            <a:avLst/>
          </a:prstGeom>
          <a:solidFill>
            <a:srgbClr val="EDE8DD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技术路径：每一页渲染为标准 SVG → 转换器将每个元素映射为 PPT 原生 DrawingML 对象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6148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双击文字就能改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21868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右键形状就能换色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67588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选中对象就能挪位置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13308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整页复制到别人 PPT 里编辑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抉择 02：八阶段方法论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70432"/>
            <a:ext cx="64008" cy="45720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「Ghost Deck 先行，样稿确认，再精修」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7955280" cy="594360"/>
          </a:xfrm>
          <a:prstGeom prst="roundRect">
            <a:avLst/>
          </a:prstGeom>
          <a:solidFill>
            <a:srgbClr val="EDE8DD"/>
          </a:solidFill>
          <a:ln w="6350">
            <a:solidFill>
              <a:srgbClr val="D8D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关键差异：第 6 阶段「样稿确认」——先做 3-5 页对齐方向，再展开剩余 25 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71576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AI：一口气做 30 页 → 方向错了全推倒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17296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Aham：确认样稿再展开 → 避免方向性返工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63016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过程中顾问只需做 3 次关键决策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087368"/>
            <a:ext cx="91440" cy="914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8 个步骤系统自动完成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3891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引自麦肯锡顶级合伙人的 PPT 方法论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"/>
            <a:ext cx="411480" cy="32004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抉择 03：规范作为硬约束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70432"/>
            <a:ext cx="64008" cy="45720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「规范不是建议，是 AI 执行中反复检查的硬约束」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1783080"/>
            <a:ext cx="38404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4C4C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绝对禁用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渐变 · 3D · 投影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24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纯黑 #000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第二装饰彩色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209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饼图 · 独立图例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emoji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禁用词：赋能、颠覆、生态、闭环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38404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B87A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6B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强制规则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状态 = 颜色 + 符号双通道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24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所有数字用等宽字体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16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标题层级用字重区分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209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每页一个核心结论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表格优于文字堆砌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794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所有数字标注来源和时间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3434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效果：10 张图看起来像「一个人做的」——规范把 AI 的「审美自由」关进了笼子里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八阶段全流程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AI 工具「一口气做完让你改」vs Aham「先确认样稿再展开」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2286000" cy="0"/>
          </a:xfrm>
          <a:prstGeom prst="line">
            <a:avLst/>
          </a:prstGeom>
          <a:noFill/>
          <a:ln w="25400">
            <a:solidFill>
              <a:srgbClr val="E8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规范加载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71450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62306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41732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材料解析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171450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2306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41732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论点提炼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71450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62306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417320"/>
            <a:ext cx="1737360" cy="59436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叙事骨架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0574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352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▾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260604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版式规划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246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23160" y="290322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0" y="281178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97480" y="2606040"/>
            <a:ext cx="1737360" cy="594360"/>
          </a:xfrm>
          <a:prstGeom prst="round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69748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样稿确认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3246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290322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281178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60604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逐页设计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09160" y="3246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7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46520" y="2903220"/>
            <a:ext cx="274320" cy="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0" y="2811780"/>
            <a:ext cx="0" cy="182880"/>
          </a:xfrm>
          <a:prstGeom prst="line">
            <a:avLst/>
          </a:prstGeom>
          <a:noFill/>
          <a:ln w="19050">
            <a:solidFill>
              <a:srgbClr val="DDD8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0840" y="2606040"/>
            <a:ext cx="17373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20840" y="26060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质检交付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3246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" y="3611880"/>
            <a:ext cx="7955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52A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77240" y="3749040"/>
            <a:ext cx="109728" cy="109728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关键差异点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58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3-5 页样稿对齐方向，再展开剩余页。整份 deck 过程中顾问只需做 3 次关键决策。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bug，是设计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Aham 不会编数据 — 无来源的数字留 [待替换] 占位符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79552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17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「每一个百分比、每一笔金额、每一条时间节点，</a:t>
            </a: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en-US" sz="1600" b="1" dirty="0">
                <a:solidFill>
                  <a:srgbClr val="E895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都应该能追溯到一个具体的、可查证的来源。」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咨询公司基本职业伦理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4C4C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4C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替你编数据，不是在帮你，是在坑你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看起来合理的数字 → 可能是错的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拿错的数字做决策 → 后果严重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信任一旦打破 → 很难重建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38404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6B87A"/>
            </a:solidFill>
            <a:prstDash val="solid"/>
          </a:ln>
          <a:effectLst>
            <a:outerShdw blurRad="50800" dist="12700" dir="8100000" algn="bl" rotWithShape="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6B8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Aham 的做法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794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源材料没有 → 留 [待替换] 占位符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页面注明「需 XX 数据方提供」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2519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每个数字标注来源和时间节点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三种使用姿势 · 同一质量底线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94360" y="914400"/>
            <a:ext cx="640080" cy="45720"/>
          </a:xfrm>
          <a:prstGeom prst="rect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0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根据素材深度自动调整执行深度，输出都是同一套方法论兜底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26060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1645920"/>
            <a:ext cx="777240" cy="7772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完整八阶段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6499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输入素材（报告/纪要/PDF）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63931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小时产出 30 页 deck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91363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主动问你 2-4 个关键问题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1417320"/>
            <a:ext cx="26060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645920"/>
            <a:ext cx="777240" cy="7772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1188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半程入场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188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从提纲开始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36499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已有草稿提纲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63931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跳过素材解析阶段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391363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从论点提炼直接开始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1417320"/>
            <a:ext cx="260604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  <a:prstDash val="solid"/>
          </a:ln>
          <a:effectLst>
            <a:outerShdw blurRad="1016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78040" y="1645920"/>
            <a:ext cx="777240" cy="777240"/>
          </a:xfrm>
          <a:prstGeom prst="ellipse">
            <a:avLst/>
          </a:prstGeom>
          <a:solidFill>
            <a:srgbClr val="E8952A"/>
          </a:solidFill>
          <a:ln w="12700">
            <a:solidFill>
              <a:srgbClr val="E89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46520" y="26060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轻量启动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6520" y="2880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一句话需求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36499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「做个 Q3 业绩汇报，5 页」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92240" y="363931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从结构规划开始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913632"/>
            <a:ext cx="64008" cy="64008"/>
          </a:xfrm>
          <a:prstGeom prst="ellipse">
            <a:avLst/>
          </a:prstGeom>
          <a:solidFill>
            <a:srgbClr val="8898B8"/>
          </a:solidFill>
          <a:ln w="12700">
            <a:solidFill>
              <a:srgbClr val="8898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840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F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同一条质量底线输出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94360" y="4434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不管从哪里进入，输出都是同一套方法论兜底。执行深度随输入深度自动调整。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5528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8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624</Words>
  <Application>Microsoft Macintosh PowerPoint</Application>
  <PresentationFormat>全屏显示(16:9)</PresentationFormat>
  <Paragraphs>199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Aham PPT 解读：让 Claude 生成原生可编辑的咨询级 PPT</dc:title>
  <dc:subject>Aham PPT 文章解读</dc:subject>
  <dc:creator>Mino</dc:creator>
  <cp:lastModifiedBy>sundanian</cp:lastModifiedBy>
  <cp:revision>2</cp:revision>
  <dcterms:created xsi:type="dcterms:W3CDTF">2026-05-08T14:05:00Z</dcterms:created>
  <dcterms:modified xsi:type="dcterms:W3CDTF">2026-05-08T22:07:23Z</dcterms:modified>
</cp:coreProperties>
</file>