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0116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一天学会游泳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蛙泳基础速成训练计划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86200" y="3291840"/>
            <a:ext cx="1371600" cy="4572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840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2026-03-29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学习目标与时间分配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9050">
            <a:solidFill>
              <a:srgbClr val="9999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能独立漂浮 10 秒以上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能完成蛙泳完整配合动作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能独立游 10-15 米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6517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没有严重的恐惧感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3931920" cy="2011680"/>
          </a:xfrm>
          <a:prstGeom prst="roundRect">
            <a:avLst>
              <a:gd name="adj" fmla="val 3636"/>
            </a:avLst>
          </a:prstGeom>
          <a:solidFill>
            <a:srgbClr val="FFF5F2"/>
          </a:solidFill>
          <a:ln w="19050">
            <a:solidFill>
              <a:srgbClr val="E272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时间分配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5544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上午 (3h)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26480" y="1554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水感 + 漂浮 + 蹬腿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2057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下午 (3h)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20574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划水 + 换气 + 配合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560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晚上 (1h)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0" y="2560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巩固练习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AFAFA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4290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3703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安全第一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3931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所有训练以不溺水为底线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97480" y="3703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蛙泳优先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697480" y="3931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最容易入门的泳姿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0" y="3703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专业指导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3931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强烈建议请教练，至少前 2 小时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12280" y="3703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分阶段推进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12280" y="3931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上午基础、下午配合、晚上巩固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安全注意事项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2286000"/>
          </a:xfrm>
          <a:prstGeom prst="roundRect">
            <a:avLst>
              <a:gd name="adj" fmla="val 3200"/>
            </a:avLst>
          </a:prstGeom>
          <a:solidFill>
            <a:srgbClr val="FFF5F2"/>
          </a:solidFill>
          <a:ln w="25400">
            <a:solidFill>
              <a:srgbClr val="E272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绝对禁止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600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不要独自下水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011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不要进入深水区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423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不要逞强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8346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2834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不要憋气过久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097280"/>
            <a:ext cx="39319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9999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188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必须准备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160020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12080" y="1600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救生衣/浮板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20116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12080" y="2011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熟悉安全员位置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24231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212080" y="2423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了解泳池深度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28346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12080" y="2834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热身运动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5661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9050">
            <a:solidFill>
              <a:srgbClr val="E2725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657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出现以下任一情况，立即停止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3977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感到头晕、恶心、呼吸困难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697480" y="3977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肌肉抽筋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54880" y="3977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连续呛水 3 次以上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12280" y="3977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学习时间超过 6 小时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装备清单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必备装备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3931920" cy="3200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173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装备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23160" y="14173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泳衣/泳裤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23160" y="173736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下水必须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393192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2996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泳帽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23160" y="202996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大部分泳池强制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304288"/>
            <a:ext cx="393192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322576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泳镜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23160" y="2322576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水下视线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596896"/>
            <a:ext cx="393192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615184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浴巾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423160" y="2615184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擦干保暖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889504"/>
            <a:ext cx="393192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90779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防滑拖鞋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423160" y="290779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防止滑倒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10972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建议装备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754880" y="1371600"/>
            <a:ext cx="3931920" cy="1828800"/>
          </a:xfrm>
          <a:prstGeom prst="roundRect">
            <a:avLst>
              <a:gd name="adj" fmla="val 4000"/>
            </a:avLst>
          </a:prstGeom>
          <a:solidFill>
            <a:srgbClr val="FFF5F2"/>
          </a:solidFill>
          <a:ln w="12700">
            <a:solidFill>
              <a:srgbClr val="E2725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1371600"/>
            <a:ext cx="3931920" cy="320040"/>
          </a:xfrm>
          <a:prstGeom prst="rect">
            <a:avLst/>
          </a:prstGeom>
          <a:solidFill>
            <a:srgbClr val="FFE8E0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17373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耳塞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20840" y="17373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防止进水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21031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鼻夹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720840" y="21031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防止呛水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54880" y="24688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浮板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20840" y="24688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辅助练习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54880" y="28346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背漂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720840" y="28346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增加浮力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338328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AFAFA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34747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其他准备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" y="3749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洗发水/沐浴露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" y="3977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泳池有消毒水，上岸后要冲洗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697480" y="3749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饮用水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697480" y="3977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游泳消耗体力，及时补水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54880" y="3749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换洗衣物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54880" y="3977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上岸后替换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812280" y="3749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塑料袋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812280" y="3977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装湿衣物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45" name="Text 4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一天训练计划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上午（3 小时）— 水感 + 漂浮 + 蹬腿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小时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91640" y="1508760"/>
            <a:ext cx="6629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下水适应水温、在浅水区走动、练习憋气、手扶池边漂浮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8013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小时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91640" y="1801368"/>
            <a:ext cx="6629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蹬边滑行漂浮、俯卧/仰卧漂浮、站立恢复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09397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小时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91640" y="2093976"/>
            <a:ext cx="6629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陆上模仿蹬腿动作、水中扶边蹬腿、蹬边漂浮 + 蹬腿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2402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FF5F2"/>
          </a:solidFill>
          <a:ln w="19050">
            <a:solidFill>
              <a:srgbClr val="E272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331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下午（3 小时）— 划水 + 换气 + 完整配合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26517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小时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91640" y="2651760"/>
            <a:ext cx="6629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陆上模仿划手动作、水中练习划手、划手 + 呼吸配合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29443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5 小时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691640" y="2944368"/>
            <a:ext cx="6629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划手 + 蹬腿分解练习、加入换气、完整配合节奏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323697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6 小时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691640" y="3236976"/>
            <a:ext cx="6629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扶边游出 2-3 米、尝试独立游 5-10 米、教练保护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38328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474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晚上（1 小时）— 巩固练习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3840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重复完整配合动作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51760" y="3840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尝试连续游 10-15 米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63440" y="3840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录像回看动作问题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75120" y="3840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教练反馈纠正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常见错误与纠正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动作错误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0" y="1417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纠正方法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0" y="1417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口诀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7373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抬头过高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0" y="17373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只要嘴巴露出水面即可，眼睛看池底或前方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0" y="17373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下巴贴水面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148840"/>
            <a:ext cx="822960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1945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蹬腿不翻脚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21945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脚掌外翻，脚心朝后蹬水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0" y="21945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脚掌像青蛙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606040"/>
            <a:ext cx="822960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6517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划手不划水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0" y="26517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手掌向后推水，感受到水的阻力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0" y="26517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手心向后推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063240"/>
            <a:ext cx="822960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1089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配合不协调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00400" y="31089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记住节奏：划手→吸气→收手→蹬腿→滑行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0" y="31089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划蹬漂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6576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5F2"/>
          </a:solidFill>
          <a:ln w="12700">
            <a:solidFill>
              <a:srgbClr val="E2725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7490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学习曲线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4023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小时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42062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最困难，克服恐惧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697480" y="4023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2-3 小时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697480" y="42062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开始找到感觉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54880" y="4023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4-5 小时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54880" y="42062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动作逐渐协调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812280" y="4023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6-7 小时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12280" y="42062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能游进了！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36" name="Text 3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成功标准与后续计划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25400">
            <a:solidFill>
              <a:srgbClr val="E272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成功标准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🏊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600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能独立漂浮 10 秒以上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🏊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057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能完成蛙泳完整配合动作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514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🏊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514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能独立游 10-15 米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971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🏊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2971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没有严重的恐惧感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097280"/>
            <a:ext cx="3931920" cy="2286000"/>
          </a:xfrm>
          <a:prstGeom prst="roundRect">
            <a:avLst>
              <a:gd name="adj" fmla="val 3200"/>
            </a:avLst>
          </a:prstGeom>
          <a:solidFill>
            <a:srgbClr val="FAFAFA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188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后续计划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16002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一周后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0" y="16002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连续游 25 米不停歇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22402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一月后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22402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学习自由泳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28803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三月后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0" y="28803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开始游泳健身计划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5661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5F2"/>
          </a:solidFill>
          <a:ln w="19050">
            <a:solidFill>
              <a:srgbClr val="E2725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7033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核心洞察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39319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学会游泳是开始，不是终点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2026-03-29T15:08:54Z</dcterms:created>
  <dcterms:modified xsi:type="dcterms:W3CDTF">2026-03-29T15:08:54Z</dcterms:modified>
</cp:coreProperties>
</file>