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80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150" kern="0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供应商管理BP · 十大项目之六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5F3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合作健康度诊断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22960" y="2834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E89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建立供应商协作问题发现与改善闭环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4297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汇报人：年老师  |  2026年5月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为什么要做合作健康度诊断？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四大痛点催生系统性诊断需求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7955280" cy="0"/>
          </a:xfrm>
          <a:prstGeom prst="line">
            <a:avLst/>
          </a:prstGeom>
          <a:noFill/>
          <a:ln w="12700">
            <a:solidFill>
              <a:srgbClr val="D8D4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325880"/>
            <a:ext cx="4160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C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08760"/>
            <a:ext cx="457200" cy="457200"/>
          </a:xfrm>
          <a:prstGeom prst="rect">
            <a:avLst>
              <a:gd name="adj" fmla="val 10000"/>
            </a:avLst>
          </a:prstGeom>
          <a:solidFill>
            <a:srgbClr val="1B3A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9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15087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摩擦未量化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94360" y="201168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A5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日常合作存在摩擦，从未系统性梳理"到底哪里不顺畅"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17720" y="1325880"/>
            <a:ext cx="4160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C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508760"/>
            <a:ext cx="457200" cy="457200"/>
          </a:xfrm>
          <a:prstGeom prst="rect">
            <a:avLst>
              <a:gd name="adj" fmla="val 10000"/>
            </a:avLst>
          </a:prstGeom>
          <a:solidFill>
            <a:srgbClr val="1B3A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9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!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94960" y="15087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评估机制缺失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846320" y="201168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A5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没有定期的合作满意度评估，不知道合作状态好不好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063240"/>
            <a:ext cx="4160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C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246120"/>
            <a:ext cx="457200" cy="457200"/>
          </a:xfrm>
          <a:prstGeom prst="rect">
            <a:avLst>
              <a:gd name="adj" fmla="val 10000"/>
            </a:avLst>
          </a:prstGeom>
          <a:solidFill>
            <a:srgbClr val="1B3A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9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...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43000" y="32461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反馈渠道空白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94360" y="374904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A5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供应商可能有很多想法但没有正式渠道反馈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17720" y="3063240"/>
            <a:ext cx="4160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4CC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3246120"/>
            <a:ext cx="457200" cy="457200"/>
          </a:xfrm>
          <a:prstGeom prst="rect">
            <a:avLst>
              <a:gd name="adj" fmla="val 10000"/>
            </a:avLst>
          </a:prstGeom>
          <a:solidFill>
            <a:srgbClr val="1B3A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9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94960" y="32461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效率黑洞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846320" y="374904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A5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争议处理、需求传达的效率未知，可能存在隐性成本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4360" y="466344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与其等问题爆发，不如主动诊断、精准治理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项目目标：诊断→改善→追踪，90天见效果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不只是调研报告，是带动作、带责任人、带验收标准的改善闭环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7955280" cy="0"/>
          </a:xfrm>
          <a:prstGeom prst="line">
            <a:avLst/>
          </a:prstGeom>
          <a:noFill/>
          <a:ln w="12700">
            <a:solidFill>
              <a:srgbClr val="D8D4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0" y="2423160"/>
            <a:ext cx="502920" cy="73152"/>
          </a:xfrm>
          <a:prstGeom prst="rect">
            <a:avLst/>
          </a:prstGeom>
          <a:solidFill>
            <a:srgbClr val="D8D4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46120" y="22402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8D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2423160" cy="2743200"/>
          </a:xfrm>
          <a:prstGeom prst="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D8D4CC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417320"/>
            <a:ext cx="2423160" cy="73152"/>
          </a:xfrm>
          <a:prstGeom prst="rect">
            <a:avLst/>
          </a:prstGeom>
          <a:solidFill>
            <a:srgbClr val="E891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6459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89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731520" y="22860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识别卡点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1520" y="278892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A5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数据收集+访谈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A5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找出Top 3问题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806440" y="2423160"/>
            <a:ext cx="502920" cy="73152"/>
          </a:xfrm>
          <a:prstGeom prst="rect">
            <a:avLst/>
          </a:prstGeom>
          <a:solidFill>
            <a:srgbClr val="D8D4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22402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8D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429000" y="1417320"/>
            <a:ext cx="2423160" cy="2743200"/>
          </a:xfrm>
          <a:prstGeom prst="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D8D4CC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29000" y="1417320"/>
            <a:ext cx="242316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11880" y="16459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611880" y="22860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快速改善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611880" y="278892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A5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90天改善计划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A5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责任人+时间线+验收标准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309360" y="1417320"/>
            <a:ext cx="2423160" cy="2743200"/>
          </a:xfrm>
          <a:prstGeom prst="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D8D4CC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9360" y="1417320"/>
            <a:ext cx="2423160" cy="73152"/>
          </a:xfrm>
          <a:prstGeom prst="rect">
            <a:avLst/>
          </a:prstGeom>
          <a:solidFill>
            <a:srgbClr val="3A8F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16459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A8F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492240" y="22860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持续追踪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492240" y="278892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A5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季度健康度评估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A5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防复发、可持续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94360" y="466344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不做调研报告，做改善闭环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数据收集：定量+定性双线验证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不凭感觉判断，用数据锁定问题范围，用访谈深挖根因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7955280" cy="0"/>
          </a:xfrm>
          <a:prstGeom prst="line">
            <a:avLst/>
          </a:prstGeom>
          <a:noFill/>
          <a:ln w="12700">
            <a:solidFill>
              <a:srgbClr val="D8D4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325880"/>
            <a:ext cx="4023360" cy="3291840"/>
          </a:xfrm>
          <a:prstGeom prst="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D8D4CC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25880"/>
            <a:ext cx="4023360" cy="502920"/>
          </a:xfrm>
          <a:prstGeom prst="rect">
            <a:avLst>
              <a:gd name="adj" fmla="val 9091"/>
            </a:avLst>
          </a:prstGeom>
          <a:solidFill>
            <a:srgbClr val="1B3A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716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F3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定量数据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274320" cy="274320"/>
          </a:xfrm>
          <a:prstGeom prst="rect">
            <a:avLst>
              <a:gd name="adj" fmla="val 10000"/>
            </a:avLst>
          </a:prstGeom>
          <a:solidFill>
            <a:srgbClr val="E891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20116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近3个月争议处理数量和平均处理时长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606040"/>
            <a:ext cx="274320" cy="274320"/>
          </a:xfrm>
          <a:prstGeom prst="rect">
            <a:avLst>
              <a:gd name="adj" fmla="val 10000"/>
            </a:avLst>
          </a:prstGeom>
          <a:solidFill>
            <a:srgbClr val="E891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26060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投诉次数和类型分布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274320" cy="274320"/>
          </a:xfrm>
          <a:prstGeom prst="rect">
            <a:avLst>
              <a:gd name="adj" fmla="val 10000"/>
            </a:avLst>
          </a:prstGeom>
          <a:solidFill>
            <a:srgbClr val="E891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200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32004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需求传达的响应时效（从提出到解决）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794760"/>
            <a:ext cx="274320" cy="274320"/>
          </a:xfrm>
          <a:prstGeom prst="rect">
            <a:avLst>
              <a:gd name="adj" fmla="val 10000"/>
            </a:avLst>
          </a:prstGeom>
          <a:solidFill>
            <a:srgbClr val="E891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794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37947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供应商人员流失率变化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1325880"/>
            <a:ext cx="4023360" cy="3291840"/>
          </a:xfrm>
          <a:prstGeom prst="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D8D4CC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325880"/>
            <a:ext cx="4023360" cy="502920"/>
          </a:xfrm>
          <a:prstGeom prst="rect">
            <a:avLst>
              <a:gd name="adj" fmla="val 9091"/>
            </a:avLst>
          </a:prstGeom>
          <a:solidFill>
            <a:srgbClr val="4A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13716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定性访谈（5-8家关键供应商）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83480" y="20116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94960" y="2011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合作中最顺畅的是什么？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83480" y="26060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94960" y="2606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最不顺畅的是什么？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83480" y="32004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94960" y="3200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最希望我们改进什么？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83480" y="379476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94960" y="3794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如果只改一件事，你选什么？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4360" y="466344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1周完成数据收集，5-8家关键供应商深度访谈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问题排序：用"影响面×严重度"锁定Top 3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不贪多，只抓影响最大、最紧迫的3个问题，其余入backlog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7955280" cy="0"/>
          </a:xfrm>
          <a:prstGeom prst="line">
            <a:avLst/>
          </a:prstGeom>
          <a:noFill/>
          <a:ln w="12700">
            <a:solidFill>
              <a:srgbClr val="D8D4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47548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← 影响面 →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457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↑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严重度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11880" y="1463040"/>
            <a:ext cx="2514600" cy="1600200"/>
          </a:xfrm>
          <a:prstGeom prst="rect">
            <a:avLst>
              <a:gd name="adj" fmla="val 2857"/>
            </a:avLst>
          </a:prstGeom>
          <a:solidFill>
            <a:srgbClr val="FDEBD0"/>
          </a:solidFill>
          <a:ln w="19050">
            <a:solidFill>
              <a:srgbClr val="E891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11880" y="17373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9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优先解决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11880" y="21945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 3 问题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097280" y="1463040"/>
            <a:ext cx="2514600" cy="1600200"/>
          </a:xfrm>
          <a:prstGeom prst="rect">
            <a:avLst>
              <a:gd name="adj" fmla="val 2857"/>
            </a:avLst>
          </a:prstGeom>
          <a:solidFill>
            <a:srgbClr val="EBF2FA"/>
          </a:solidFill>
          <a:ln w="12700">
            <a:solidFill>
              <a:srgbClr val="D8D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7373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次优先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21945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Backlog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11880" y="3063240"/>
            <a:ext cx="2514600" cy="1600200"/>
          </a:xfrm>
          <a:prstGeom prst="rect">
            <a:avLst>
              <a:gd name="adj" fmla="val 2857"/>
            </a:avLst>
          </a:prstGeom>
          <a:solidFill>
            <a:srgbClr val="EBF2FA"/>
          </a:solidFill>
          <a:ln w="12700">
            <a:solidFill>
              <a:srgbClr val="D8D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1880" y="33375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97280" y="3063240"/>
            <a:ext cx="2514600" cy="1600200"/>
          </a:xfrm>
          <a:prstGeom prst="rect">
            <a:avLst>
              <a:gd name="adj" fmla="val 2857"/>
            </a:avLst>
          </a:prstGeom>
          <a:solidFill>
            <a:srgbClr val="F0EDE8"/>
          </a:solidFill>
          <a:ln w="12700">
            <a:solidFill>
              <a:srgbClr val="D8D4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33375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暂不处理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92240" y="1463040"/>
            <a:ext cx="2286000" cy="868680"/>
          </a:xfrm>
          <a:prstGeom prst="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E891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1554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89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流程类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75120" y="1874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5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步骤多、审批慢、信息不通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92240" y="2514600"/>
            <a:ext cx="2286000" cy="868680"/>
          </a:xfrm>
          <a:prstGeom prst="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2606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沟通类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675120" y="2926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5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需求不清、反馈不及时、角色不明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92240" y="3566160"/>
            <a:ext cx="2286000" cy="868680"/>
          </a:xfrm>
          <a:prstGeom prst="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3A8FB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3657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A8F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利益类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675120" y="3977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5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分配不公、激励不足、竞争不公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4360" y="466344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只抓Top 3，其余入backlog，不贪多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实施路径：四步闭环，从诊断到持续追踪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4周完成诊断和计划制定，90天完成改善，季度持续追踪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7955280" cy="0"/>
          </a:xfrm>
          <a:prstGeom prst="line">
            <a:avLst/>
          </a:prstGeom>
          <a:noFill/>
          <a:ln w="12700">
            <a:solidFill>
              <a:srgbClr val="D8D4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31720" y="2377440"/>
            <a:ext cx="228600" cy="0"/>
          </a:xfrm>
          <a:prstGeom prst="line">
            <a:avLst/>
          </a:prstGeom>
          <a:noFill/>
          <a:ln w="25400">
            <a:solidFill>
              <a:srgbClr val="8898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2011680" cy="2926080"/>
          </a:xfrm>
          <a:prstGeom prst="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D4CC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2011680" cy="54864"/>
          </a:xfrm>
          <a:prstGeom prst="rect">
            <a:avLst/>
          </a:prstGeom>
          <a:solidFill>
            <a:srgbClr val="E891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1600200"/>
            <a:ext cx="640080" cy="640080"/>
          </a:xfrm>
          <a:prstGeom prst="ellipse">
            <a:avLst/>
          </a:prstGeom>
          <a:solidFill>
            <a:srgbClr val="E891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02920" y="2377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数据收集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02920" y="2697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9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30175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定量数据拉取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5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+ 5-8家深度访谈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26280" y="2377440"/>
            <a:ext cx="228600" cy="0"/>
          </a:xfrm>
          <a:prstGeom prst="line">
            <a:avLst/>
          </a:prstGeom>
          <a:noFill/>
          <a:ln w="25400">
            <a:solidFill>
              <a:srgbClr val="8898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0" y="1371600"/>
            <a:ext cx="2011680" cy="2926080"/>
          </a:xfrm>
          <a:prstGeom prst="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D4CC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60320" y="1371600"/>
            <a:ext cx="2011680" cy="54864"/>
          </a:xfrm>
          <a:prstGeom prst="rect">
            <a:avLst/>
          </a:prstGeom>
          <a:solidFill>
            <a:srgbClr val="4A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46120" y="1600200"/>
            <a:ext cx="640080" cy="64008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697480" y="2377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问题分析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2697480" y="2697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3天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697480" y="30175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影响面×严重度排序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5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输出Top 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720840" y="2377440"/>
            <a:ext cx="228600" cy="0"/>
          </a:xfrm>
          <a:prstGeom prst="line">
            <a:avLst/>
          </a:prstGeom>
          <a:noFill/>
          <a:ln w="25400">
            <a:solidFill>
              <a:srgbClr val="8898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1371600"/>
            <a:ext cx="2011680" cy="2926080"/>
          </a:xfrm>
          <a:prstGeom prst="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D4CC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1371600"/>
            <a:ext cx="2011680" cy="54864"/>
          </a:xfrm>
          <a:prstGeom prst="rect">
            <a:avLst/>
          </a:prstGeom>
          <a:solidFill>
            <a:srgbClr val="3A8F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40680" y="1600200"/>
            <a:ext cx="640080" cy="640080"/>
          </a:xfrm>
          <a:prstGeom prst="ellipse">
            <a:avLst/>
          </a:prstGeom>
          <a:solidFill>
            <a:srgbClr val="3A8F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4068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4892040" y="2377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改善计划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892040" y="2697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8F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2天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92040" y="30175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责任人+路径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5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+时间+验收标准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949440" y="1371600"/>
            <a:ext cx="2011680" cy="2926080"/>
          </a:xfrm>
          <a:prstGeom prst="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D4CC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949440" y="1371600"/>
            <a:ext cx="2011680" cy="54864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35240" y="1600200"/>
            <a:ext cx="640080" cy="640080"/>
          </a:xfrm>
          <a:prstGeom prst="ellipse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3524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7086600" y="2377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季度追踪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7086600" y="2697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AF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086600" y="30175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问卷+数据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5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健康度仪表盘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94360" y="466344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4周诊断+计划，90天改善闭环，季度持续追踪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里程碑：4周完成诊断，7月复盘改善效果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时间线明确，每个节点有可交付物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7955280" cy="0"/>
          </a:xfrm>
          <a:prstGeom prst="line">
            <a:avLst/>
          </a:prstGeom>
          <a:noFill/>
          <a:ln w="12700">
            <a:solidFill>
              <a:srgbClr val="D8D4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468880"/>
            <a:ext cx="7680960" cy="54864"/>
          </a:xfrm>
          <a:prstGeom prst="rect">
            <a:avLst/>
          </a:prstGeom>
          <a:solidFill>
            <a:srgbClr val="1B3A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8720" y="2331720"/>
            <a:ext cx="320040" cy="320040"/>
          </a:xfrm>
          <a:prstGeom prst="ellipse">
            <a:avLst/>
          </a:prstGeom>
          <a:solidFill>
            <a:srgbClr val="E891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544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9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4月第1周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数据+访谈完成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926080"/>
            <a:ext cx="1417320" cy="1280160"/>
          </a:xfrm>
          <a:prstGeom prst="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8D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06324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定量数据拉取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5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5-8家访谈完成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2331720"/>
            <a:ext cx="320040" cy="32004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15544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4月第2周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06040" y="18745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 3问题输出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697480" y="2926080"/>
            <a:ext cx="1417320" cy="1280160"/>
          </a:xfrm>
          <a:prstGeom prst="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8D4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88920" y="306324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分析报告完成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5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问题排序确认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303520" y="2331720"/>
            <a:ext cx="320040" cy="320040"/>
          </a:xfrm>
          <a:prstGeom prst="ellipse">
            <a:avLst/>
          </a:prstGeom>
          <a:solidFill>
            <a:srgbClr val="3A8F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5544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8F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4月第3周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63440" y="18745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改善计划启动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1417320" cy="1280160"/>
          </a:xfrm>
          <a:prstGeom prst="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8D4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06324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90天计划发布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5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责任人确认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60920" y="2331720"/>
            <a:ext cx="320040" cy="320040"/>
          </a:xfrm>
          <a:prstGeom prst="ellipse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15544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AF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7月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20840" y="18745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90天复盘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812280" y="2926080"/>
            <a:ext cx="1417320" cy="1280160"/>
          </a:xfrm>
          <a:prstGeom prst="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8D4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03720" y="306324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改善效果评估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5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季度追踪启动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4360" y="466344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每个节点有交付物，可追踪可验收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90天改善计划：三个问题，三条闭环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每个问题绑定责任人、时间线和验收标准，不是空喊口号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7955280" cy="0"/>
          </a:xfrm>
          <a:prstGeom prst="line">
            <a:avLst/>
          </a:prstGeom>
          <a:noFill/>
          <a:ln w="12700">
            <a:solidFill>
              <a:srgbClr val="D8D4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325880"/>
            <a:ext cx="8412480" cy="502920"/>
          </a:xfrm>
          <a:prstGeom prst="rect">
            <a:avLst/>
          </a:prstGeom>
          <a:solidFill>
            <a:srgbClr val="1B3A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371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3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 问题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697480" y="13716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3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责任人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77640" y="13716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3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解决路径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89320" y="13716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3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完成时间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0" y="13716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3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验收标准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874520"/>
            <a:ext cx="84124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4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057400"/>
            <a:ext cx="411480" cy="411480"/>
          </a:xfrm>
          <a:prstGeom prst="ellipse">
            <a:avLst/>
          </a:prstGeom>
          <a:solidFill>
            <a:srgbClr val="E891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20116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 1（待诊断确认）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0" y="201168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[待确认]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023360" y="20116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[待确认]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35040" y="20116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90天内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60920" y="20116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[待确认]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2743200"/>
            <a:ext cx="8412480" cy="777240"/>
          </a:xfrm>
          <a:prstGeom prst="rect">
            <a:avLst/>
          </a:prstGeom>
          <a:solidFill>
            <a:srgbClr val="F0EDE8"/>
          </a:solidFill>
          <a:ln w="6350">
            <a:solidFill>
              <a:srgbClr val="D8D4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2926080"/>
            <a:ext cx="411480" cy="41148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926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97280" y="28803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 2（待诊断确认）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43200" y="288036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[待确认]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023360" y="28803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[待确认]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035040" y="28803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90天内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60920" y="288036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[待确认]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3611880"/>
            <a:ext cx="84124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4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3794760"/>
            <a:ext cx="411480" cy="411480"/>
          </a:xfrm>
          <a:prstGeom prst="ellipse">
            <a:avLst/>
          </a:prstGeom>
          <a:solidFill>
            <a:srgbClr val="3A8F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794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97280" y="37490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 3（待诊断确认）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0" y="374904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[待确认]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023360" y="37490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[待确认]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035040" y="37490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90天内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360920" y="37490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[待确认]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94360" y="457200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9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改善原则：每个问题可追踪、可验收、不可推诿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量化目标：四个指标，效果可衡量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每个改善动作都有对应的量化验收指标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7955280" cy="0"/>
          </a:xfrm>
          <a:prstGeom prst="line">
            <a:avLst/>
          </a:prstGeom>
          <a:noFill/>
          <a:ln w="12700">
            <a:solidFill>
              <a:srgbClr val="D8D4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325880"/>
            <a:ext cx="4160520" cy="1554480"/>
          </a:xfrm>
          <a:prstGeom prst="rect">
            <a:avLst>
              <a:gd name="adj" fmla="val 2941"/>
            </a:avLst>
          </a:prstGeom>
          <a:solidFill>
            <a:srgbClr val="FFFFFF"/>
          </a:solidFill>
          <a:ln w="19050">
            <a:solidFill>
              <a:srgbClr val="E8913A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5087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89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 2/3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94360" y="214884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 3问题解决率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24688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90天内完成改善的问题数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17720" y="1325880"/>
            <a:ext cx="4160520" cy="1554480"/>
          </a:xfrm>
          <a:prstGeom prst="rect">
            <a:avLst>
              <a:gd name="adj" fmla="val 2941"/>
            </a:avLst>
          </a:prstGeom>
          <a:solidFill>
            <a:srgbClr val="FFFFFF"/>
          </a:solidFill>
          <a:ln w="19050">
            <a:solidFill>
              <a:srgbClr val="4A90D9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5087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846320" y="214884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争议处理周期缩短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0" y="24688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从争议发生到解决的平均天数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063240"/>
            <a:ext cx="4160520" cy="1554480"/>
          </a:xfrm>
          <a:prstGeom prst="rect">
            <a:avLst>
              <a:gd name="adj" fmla="val 2941"/>
            </a:avLst>
          </a:prstGeom>
          <a:solidFill>
            <a:srgbClr val="FFFFFF"/>
          </a:solidFill>
          <a:ln w="19050">
            <a:solidFill>
              <a:srgbClr val="3A8FB7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246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A8F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+1分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594360" y="388620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供应商满意度提升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4360" y="42062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建立基线，Q2末评分提升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17720" y="3063240"/>
            <a:ext cx="4160520" cy="1554480"/>
          </a:xfrm>
          <a:prstGeom prst="rect">
            <a:avLst>
              <a:gd name="adj" fmla="val 2941"/>
            </a:avLst>
          </a:prstGeom>
          <a:solidFill>
            <a:srgbClr val="FFFFFF"/>
          </a:solidFill>
          <a:ln w="19050">
            <a:solidFill>
              <a:srgbClr val="4CAF7D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46320" y="3246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4CAF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846320" y="388620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跨部门协作效率提升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46320" y="42062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需求从提出到解决的天数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466344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每个改善动作都有量化验收，不做无目标的事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季度追踪机制：让改善效果可持续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改善不是一次性运动，季度追踪确保效果不回退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7955280" cy="0"/>
          </a:xfrm>
          <a:prstGeom prst="line">
            <a:avLst/>
          </a:prstGeom>
          <a:noFill/>
          <a:ln w="12700">
            <a:solidFill>
              <a:srgbClr val="D8D4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08960" y="137160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5400">
            <a:solidFill>
              <a:srgbClr val="E8913A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108960" y="1371600"/>
            <a:ext cx="2743200" cy="54864"/>
          </a:xfrm>
          <a:prstGeom prst="rect">
            <a:avLst/>
          </a:prstGeom>
          <a:solidFill>
            <a:srgbClr val="E891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1554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89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季度评估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91840" y="2103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5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问卷+数据双线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852160" y="228600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5400">
            <a:solidFill>
              <a:srgbClr val="4A90D9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852160" y="2286000"/>
            <a:ext cx="2743200" cy="54864"/>
          </a:xfrm>
          <a:prstGeom prst="rect">
            <a:avLst/>
          </a:prstGeom>
          <a:solidFill>
            <a:srgbClr val="4A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2468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问题追踪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35040" y="3017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5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 3改善进度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108960" y="320040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5400">
            <a:solidFill>
              <a:srgbClr val="3A8FB7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08960" y="3200400"/>
            <a:ext cx="2743200" cy="54864"/>
          </a:xfrm>
          <a:prstGeom prst="rect">
            <a:avLst/>
          </a:prstGeom>
          <a:solidFill>
            <a:srgbClr val="3A8F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3383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A8F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仪表盘更新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291840" y="3931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5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健康度可视化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28600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5400">
            <a:solidFill>
              <a:srgbClr val="4CAF7D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286000"/>
            <a:ext cx="2743200" cy="54864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468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AF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改善行动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0080" y="3017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5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新一轮优化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03520" y="1554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303520" y="27432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108960" y="27432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◀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108960" y="1554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▲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94360" y="466344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9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改善不是运动，是机制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风险预案：四个关键风险已预判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主要风险已预判，每个风险都有具体应对措施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7955280" cy="0"/>
          </a:xfrm>
          <a:prstGeom prst="line">
            <a:avLst/>
          </a:prstGeom>
          <a:noFill/>
          <a:ln w="12700">
            <a:solidFill>
              <a:srgbClr val="D8D4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325880"/>
            <a:ext cx="3840480" cy="731520"/>
          </a:xfrm>
          <a:prstGeom prst="rect">
            <a:avLst>
              <a:gd name="adj" fmla="val 6250"/>
            </a:avLst>
          </a:prstGeom>
          <a:solidFill>
            <a:srgbClr val="FFF5EB"/>
          </a:solidFill>
          <a:ln w="19050">
            <a:solidFill>
              <a:srgbClr val="E891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54864" cy="731520"/>
          </a:xfrm>
          <a:prstGeom prst="rect">
            <a:avLst/>
          </a:prstGeom>
          <a:solidFill>
            <a:srgbClr val="E891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173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供应商不愿说真话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2062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89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754880" y="1325880"/>
            <a:ext cx="4023360" cy="73152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D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3716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匿名问卷+私下访谈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保证"说了不会有问题"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194560"/>
            <a:ext cx="3840480" cy="731520"/>
          </a:xfrm>
          <a:prstGeom prst="rect">
            <a:avLst>
              <a:gd name="adj" fmla="val 6250"/>
            </a:avLst>
          </a:prstGeom>
          <a:solidFill>
            <a:srgbClr val="FFF5EB"/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194560"/>
            <a:ext cx="54864" cy="731520"/>
          </a:xfrm>
          <a:prstGeom prst="rect">
            <a:avLst/>
          </a:prstGeom>
          <a:solidFill>
            <a:srgbClr val="4A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2860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问题太多无从下手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20624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754880" y="2194560"/>
            <a:ext cx="4023360" cy="73152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D4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22402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严格排序只抓Top 3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其余放入backlog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063240"/>
            <a:ext cx="3840480" cy="731520"/>
          </a:xfrm>
          <a:prstGeom prst="rect">
            <a:avLst>
              <a:gd name="adj" fmla="val 6250"/>
            </a:avLst>
          </a:prstGeom>
          <a:solidFill>
            <a:srgbClr val="FFF5EB"/>
          </a:solidFill>
          <a:ln w="19050">
            <a:solidFill>
              <a:srgbClr val="3A8FB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063240"/>
            <a:ext cx="54864" cy="731520"/>
          </a:xfrm>
          <a:prstGeom prst="rect">
            <a:avLst/>
          </a:prstGeom>
          <a:solidFill>
            <a:srgbClr val="3A8F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1546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改善变"纸上改善"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20624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A8F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4754880" y="3063240"/>
            <a:ext cx="4023360" cy="73152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D4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31089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责任人+时间线+季度跟踪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每个问题可验收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931920"/>
            <a:ext cx="3840480" cy="731520"/>
          </a:xfrm>
          <a:prstGeom prst="rect">
            <a:avLst>
              <a:gd name="adj" fmla="val 6250"/>
            </a:avLst>
          </a:prstGeom>
          <a:solidFill>
            <a:srgbClr val="FFF5EB"/>
          </a:solidFill>
          <a:ln w="19050">
            <a:solidFill>
              <a:srgbClr val="4CAF7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931920"/>
            <a:ext cx="54864" cy="731520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40233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暴露内部协作问题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206240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CAF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4754880" y="3931920"/>
            <a:ext cx="4023360" cy="73152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D4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39776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内部问题单独汇报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不和供应商反馈混在一起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94360" y="466344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风险可控，不走一步看一步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5F3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请示与下一步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22960" y="1417320"/>
            <a:ext cx="1005840" cy="64008"/>
          </a:xfrm>
          <a:prstGeom prst="rect">
            <a:avLst/>
          </a:prstGeom>
          <a:solidFill>
            <a:srgbClr val="E891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37360"/>
            <a:ext cx="7498080" cy="594360"/>
          </a:xfrm>
          <a:prstGeom prst="rect">
            <a:avLst>
              <a:gd name="adj" fmla="val 7692"/>
            </a:avLst>
          </a:prstGeom>
          <a:solidFill>
            <a:srgbClr val="234B6E"/>
          </a:solidFill>
          <a:ln w="12700">
            <a:solidFill>
              <a:srgbClr val="2E50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7830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9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178308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5F3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方案方向是否认可？有无需要调整的地方？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514600"/>
            <a:ext cx="7498080" cy="594360"/>
          </a:xfrm>
          <a:prstGeom prst="rect">
            <a:avLst>
              <a:gd name="adj" fmla="val 7692"/>
            </a:avLst>
          </a:prstGeom>
          <a:solidFill>
            <a:srgbClr val="234B6E"/>
          </a:solidFill>
          <a:ln w="12700">
            <a:solidFill>
              <a:srgbClr val="2E50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5603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256032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5F3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访谈5-8家供应商，是否需要您打招呼？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3291840"/>
            <a:ext cx="7498080" cy="594360"/>
          </a:xfrm>
          <a:prstGeom prst="rect">
            <a:avLst>
              <a:gd name="adj" fmla="val 7692"/>
            </a:avLst>
          </a:prstGeom>
          <a:solidFill>
            <a:srgbClr val="234B6E"/>
          </a:solidFill>
          <a:ln w="12700">
            <a:solidFill>
              <a:srgbClr val="2E50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3375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A8F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54480" y="333756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5F3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改善计划涉及跨部门协调时，能否请您出面推动？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3977640"/>
            <a:ext cx="7498080" cy="640080"/>
          </a:xfrm>
          <a:prstGeom prst="rect">
            <a:avLst>
              <a:gd name="adj" fmla="val 7143"/>
            </a:avLst>
          </a:prstGeom>
          <a:solidFill>
            <a:srgbClr val="E891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9776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下一步：4月第1周立即启动数据收集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合作健康度诊断</dc:title>
  <dc:subject>PptxGenJS Presentation</dc:subject>
  <dc:creator>PptxGenJS</dc:creator>
  <cp:lastModifiedBy>PptxGenJS</cp:lastModifiedBy>
  <cp:revision>1</cp:revision>
  <dcterms:created xsi:type="dcterms:W3CDTF">2026-05-09T13:23:25Z</dcterms:created>
  <dcterms:modified xsi:type="dcterms:W3CDTF">2026-05-09T13:23:25Z</dcterms:modified>
</cp:coreProperties>
</file>