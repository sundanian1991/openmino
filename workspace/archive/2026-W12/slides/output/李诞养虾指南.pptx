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李诞的AI养虾指南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把AI养成"个人风格智能体"的方法论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2743200" cy="2743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演示模式 · 优雅文艺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养虾三要素（核心框架）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写脚本技巧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做判断与学习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飞书妙搭实操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产出案例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行动清单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核心洞察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养虾三要素（核心框架）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Soul（人设）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定义AI的价值观、语气、身份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2377440" cy="1645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"你是一个懒惰的哲学系人物，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说话常以'哎呀'开头"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Skills（技能）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模块化技能包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2743200"/>
            <a:ext cx="2377440" cy="1645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即梦脚本生成器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商务判断助手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哲学讨论伙伴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记忆（上下文）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将文档、聊天记录喂给AI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43200"/>
            <a:ext cx="2377440" cy="1645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直播内容向量化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个人笔记喂入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写脚本技巧：模块化Prompt工作流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开场故事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对比反差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概念定义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结尾升华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分模块产出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每个模块单独生成Prompt，分步产出后整合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使用Skill模板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将流程固化为可复用模板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做判断与学习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做判断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设定身份规则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让AI基于记忆给出判断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设置飞书提醒自动推送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向量化个人语料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喂入AI形成知识库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让AI模仿个人风格输出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飞书妙搭实操：三步部署法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C4B5A3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定义Soul（人设）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定义Identity（身份与任务）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教会Skills（技能包）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多代理架构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多模态输入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多维表持久化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消息卡片/通知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李诞AI的"虾"是什么样的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风格可控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可设定特定人设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Persona一致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多轮对话不崩人设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模块化产出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复杂任务拆分子模块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A89F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对话写入memory.md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2026-03-22T14:52:30Z</dcterms:created>
  <dcterms:modified xsi:type="dcterms:W3CDTF">2026-03-22T14:52:30Z</dcterms:modified>
</cp:coreProperties>
</file>