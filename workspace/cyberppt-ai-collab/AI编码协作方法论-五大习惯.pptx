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18288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828800"/>
            <a:ext cx="94484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引领AI团队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71600" y="256032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长任务协作的五大习惯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0" y="3291840"/>
            <a:ext cx="3962095" cy="9144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4747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Gabriel Chua 协作方法论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84048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Codex DX Engineer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C9CDD1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AI编码协作方法论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4300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AI编码工具已能连续运行数天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但目标漂移仍是核心难点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03520" cy="25603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CD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能力已具备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连续运行数小时至数天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长任务执行能力已落地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支持持续发现新信息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303520" cy="2560320"/>
          </a:xfrm>
          <a:prstGeom prst="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CD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011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核心挑战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4688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多日迭代中频繁偏离目标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缺乏系统性协作方法论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从"启动AI"到"管理AI"的转型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754880"/>
            <a:ext cx="11277295" cy="1097280"/>
          </a:xfrm>
          <a:prstGeom prst="rect">
            <a:avLst>
              <a:gd name="adj" fmla="val 8333"/>
            </a:avLst>
          </a:prstGeom>
          <a:solidFill>
            <a:srgbClr val="12355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8463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89万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017520" y="4846320"/>
            <a:ext cx="85340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Gabriel Chua 文章全网浏览量，验证方法论行业需求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217920"/>
            <a:ext cx="11277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来源: 《Collaborating with Codex on Long-Running Tasks》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AI编码协作方法论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4300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这套方法适用于复杂项目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474720" cy="292608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9CD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37360" y="1920240"/>
            <a:ext cx="914400" cy="91440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173736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持续涌现新信息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项目推进中不断有新发现，需要调整方向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1645920"/>
            <a:ext cx="3474720" cy="292608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9CDD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1920240"/>
            <a:ext cx="914400" cy="91440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◇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48056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多块并行工作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0560" y="3474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涉及多个独立模块，可并行推进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5280" y="1645920"/>
            <a:ext cx="3474720" cy="2926080"/>
          </a:xfrm>
          <a:prstGeom prst="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9CDD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35440" y="1920240"/>
            <a:ext cx="914400" cy="914400"/>
          </a:xfrm>
          <a:prstGeom prst="ellipse">
            <a:avLst/>
          </a:prstGeom>
          <a:solidFill>
            <a:srgbClr val="12355B"/>
          </a:solidFill>
          <a:ln/>
        </p:spPr>
      </p:sp>
      <p:sp>
        <p:nvSpPr>
          <p:cNvPr id="17" name="Text 15"/>
          <p:cNvSpPr/>
          <p:nvPr/>
        </p:nvSpPr>
        <p:spPr>
          <a:xfrm>
            <a:off x="923544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22960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多环境验证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0" y="3474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需要从不同环境获取验证证据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846320"/>
            <a:ext cx="11277295" cy="731520"/>
          </a:xfrm>
          <a:prstGeom prst="rect">
            <a:avLst>
              <a:gd name="adj" fmla="val 6250"/>
            </a:avLst>
          </a:prstGeom>
          <a:solidFill>
            <a:srgbClr val="F4F1E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846320"/>
            <a:ext cx="45720" cy="731520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846320"/>
            <a:ext cx="10820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不适用于：简单、一次性的编码任务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AI编码协作方法论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4300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三锚点闭环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266590" y="1645920"/>
            <a:ext cx="3657600" cy="1097280"/>
          </a:xfrm>
          <a:prstGeom prst="rect">
            <a:avLst>
              <a:gd name="adj" fmla="val 8333"/>
            </a:avLst>
          </a:prstGeom>
          <a:solidFill>
            <a:srgbClr val="12355B"/>
          </a:solidFill>
          <a:ln/>
        </p:spPr>
      </p:sp>
      <p:sp>
        <p:nvSpPr>
          <p:cNvPr id="6" name="Text 4"/>
          <p:cNvSpPr/>
          <p:nvPr/>
        </p:nvSpPr>
        <p:spPr>
          <a:xfrm>
            <a:off x="4266590" y="1645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目标锚定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6659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持久Goal + GOALS.md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49670" y="2743200"/>
            <a:ext cx="91440" cy="731520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3474720"/>
            <a:ext cx="4114800" cy="1280160"/>
          </a:xfrm>
          <a:prstGeom prst="rect">
            <a:avLst>
              <a:gd name="adj" fmla="val 7143"/>
            </a:avLst>
          </a:prstGeom>
          <a:solidFill>
            <a:srgbClr val="12355B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4747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证据验收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41148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完成所需证据 + 里程碑审计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05295" y="3474720"/>
            <a:ext cx="4114800" cy="1280160"/>
          </a:xfrm>
          <a:prstGeom prst="rect">
            <a:avLst>
              <a:gd name="adj" fmla="val 7143"/>
            </a:avLst>
          </a:prstGeom>
          <a:solidFill>
            <a:srgbClr val="12355B"/>
          </a:solidFill>
          <a:ln/>
        </p:spPr>
      </p:sp>
      <p:sp>
        <p:nvSpPr>
          <p:cNvPr id="13" name="Text 11"/>
          <p:cNvSpPr/>
          <p:nvPr/>
        </p:nvSpPr>
        <p:spPr>
          <a:xfrm>
            <a:off x="6705295" y="34747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状态外置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05295" y="41148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简报 + 仪表盘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5303520"/>
            <a:ext cx="11277295" cy="731520"/>
          </a:xfrm>
          <a:prstGeom prst="rect">
            <a:avLst>
              <a:gd name="adj" fmla="val 12500"/>
            </a:avLst>
          </a:prstGeom>
          <a:solidFill>
            <a:srgbClr val="12355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5303520"/>
            <a:ext cx="112772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闭环逻辑：目标锚定 → 委派执行 → 证据验收 → 状态外置 → 循环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AI编码协作方法论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4300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让AI自主规划并维护路线图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6400800" cy="3840480"/>
          </a:xfrm>
          <a:prstGeom prst="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C9CD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5486400" cy="411480"/>
          </a:xfrm>
          <a:prstGeom prst="rect">
            <a:avLst>
              <a:gd name="adj" fmla="val 11111"/>
            </a:avLst>
          </a:prstGeom>
          <a:solidFill>
            <a:srgbClr val="F7F6F0"/>
          </a:solidFill>
          <a:ln w="6350">
            <a:solidFill>
              <a:srgbClr val="C9CD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8288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对话口述需求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21945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377440"/>
            <a:ext cx="5486400" cy="411480"/>
          </a:xfrm>
          <a:prstGeom prst="rect">
            <a:avLst>
              <a:gd name="adj" fmla="val 11111"/>
            </a:avLst>
          </a:prstGeom>
          <a:solidFill>
            <a:srgbClr val="F7F6F0"/>
          </a:solidFill>
          <a:ln w="6350">
            <a:solidFill>
              <a:srgbClr val="C9CD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774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引导AI持续提问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7432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2926080"/>
            <a:ext cx="5486400" cy="411480"/>
          </a:xfrm>
          <a:prstGeom prst="rect">
            <a:avLst>
              <a:gd name="adj" fmla="val 11111"/>
            </a:avLst>
          </a:prstGeom>
          <a:solidFill>
            <a:srgbClr val="F7F6F0"/>
          </a:solidFill>
          <a:ln w="6350">
            <a:solidFill>
              <a:srgbClr val="C9CD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9260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生成初版计划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32918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474720"/>
            <a:ext cx="5486400" cy="411480"/>
          </a:xfrm>
          <a:prstGeom prst="rect">
            <a:avLst>
              <a:gd name="adj" fmla="val 11111"/>
            </a:avLst>
          </a:prstGeom>
          <a:solidFill>
            <a:srgbClr val="F7F6F0"/>
          </a:solidFill>
          <a:ln w="6350">
            <a:solidFill>
              <a:srgbClr val="C9CD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4747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设定持久Goal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38404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023360"/>
            <a:ext cx="5486400" cy="411480"/>
          </a:xfrm>
          <a:prstGeom prst="rect">
            <a:avLst>
              <a:gd name="adj" fmla="val 11111"/>
            </a:avLst>
          </a:prstGeom>
          <a:solidFill>
            <a:srgbClr val="F7F6F0"/>
          </a:solidFill>
          <a:ln w="6350">
            <a:solidFill>
              <a:srgbClr val="C9CD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0233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写入GOALS.md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43891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4572000"/>
            <a:ext cx="5486400" cy="411480"/>
          </a:xfrm>
          <a:prstGeom prst="rect">
            <a:avLst>
              <a:gd name="adj" fmla="val 11111"/>
            </a:avLst>
          </a:prstGeom>
          <a:solidFill>
            <a:srgbClr val="12355B"/>
          </a:solidFill>
          <a:ln w="6350">
            <a:solidFill>
              <a:srgbClr val="C9CD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5720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随项目推进动态更新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32320" y="1645920"/>
            <a:ext cx="4572000" cy="3840480"/>
          </a:xfrm>
          <a:prstGeom prst="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C9CD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1828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关键机制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06640" y="228600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GOALS.md 动态更新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按里程碑组织内容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同一时刻仅一个活跃Goal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记录目标产出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记录当前工作范围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记录重要决策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记录已知阻塞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记录完成所需证据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669280"/>
            <a:ext cx="11277295" cy="548640"/>
          </a:xfrm>
          <a:prstGeom prst="rect">
            <a:avLst>
              <a:gd name="adj" fmla="val 8333"/>
            </a:avLst>
          </a:prstGeom>
          <a:solidFill>
            <a:srgbClr val="12355B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6692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WHAT：早期需求高度灵活，无需提前撰写正式规格文档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AI编码协作方法论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4300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主线程仅负责全局协调，不陷入实现细节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809390" y="1737360"/>
            <a:ext cx="4572000" cy="914400"/>
          </a:xfrm>
          <a:prstGeom prst="rect">
            <a:avLst>
              <a:gd name="adj" fmla="val 10000"/>
            </a:avLst>
          </a:prstGeom>
          <a:solidFill>
            <a:srgbClr val="12355B"/>
          </a:solidFill>
          <a:ln/>
        </p:spPr>
      </p:sp>
      <p:sp>
        <p:nvSpPr>
          <p:cNvPr id="7" name="Text 5"/>
          <p:cNvSpPr/>
          <p:nvPr/>
        </p:nvSpPr>
        <p:spPr>
          <a:xfrm>
            <a:off x="3809390" y="1737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09390" y="2194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/ 约束 / 决策 / 状态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49670" y="2651760"/>
            <a:ext cx="91440" cy="548640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0" y="3200400"/>
            <a:ext cx="6705295" cy="45720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840480"/>
            <a:ext cx="320040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9CD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840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子agent 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251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任务1执行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3840480"/>
            <a:ext cx="320040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9CD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840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子agent 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4251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任务2执行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0" y="3840480"/>
            <a:ext cx="320040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9CD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3840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独立thread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0" y="4251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完整历史留存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669280"/>
            <a:ext cx="11277295" cy="548640"/>
          </a:xfrm>
          <a:prstGeom prst="rect">
            <a:avLst>
              <a:gd name="adj" fmla="val 8333"/>
            </a:avLst>
          </a:prstGeom>
          <a:solidFill>
            <a:srgbClr val="12355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6692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WHAT：协调者不被细碎逻辑占用，并行工作可独立追溯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AI编码协作方法论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4300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每个里程碑完成后先审计路线图，再review代码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486400" cy="3840480"/>
          </a:xfrm>
          <a:prstGeom prst="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C9CD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路线图审计5项检查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里程碑是否真的完成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下一个目标是否合理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是否遗漏里程碑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新证据是否需要调整工作顺序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"完成定义"是否仍然成立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486400" cy="3840480"/>
          </a:xfrm>
          <a:prstGeom prst="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C9CD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代码review要点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登录流程实现后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发现token存储错误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浏览器端验证缺失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远程测试无法覆盖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的隐藏问题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两项审计完成后再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激活下一里程碑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5669280"/>
            <a:ext cx="11277295" cy="548640"/>
          </a:xfrm>
          <a:prstGeom prst="rect">
            <a:avLst>
              <a:gd name="adj" fmla="val 8333"/>
            </a:avLst>
          </a:prstGeom>
          <a:solidFill>
            <a:srgbClr val="12355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6692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WHAT：修正路线偏差 + 发现隐藏缺陷，两项完成后再推进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AI编码协作方法论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4300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习惯四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本机专属测试交由"本地线程"执行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4572000" cy="32004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9CD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远程线程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37744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协调全局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委派任务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验收结果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0" y="3017520"/>
            <a:ext cx="853135" cy="45720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2743200"/>
            <a:ext cx="853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05295" y="1737360"/>
            <a:ext cx="4572000" cy="320040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9CD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5295" y="17373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本地线程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79615" y="237744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登录态测试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本地凭据验证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Xcode / iOS测试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远程任务可等待本地设备就绪后继续执行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5669280"/>
            <a:ext cx="11277295" cy="548640"/>
          </a:xfrm>
          <a:prstGeom prst="rect">
            <a:avLst>
              <a:gd name="adj" fmla="val 8333"/>
            </a:avLst>
          </a:prstGeom>
          <a:solidFill>
            <a:srgbClr val="12355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6692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WHAT：远程/本地能力解耦，仅必要时调用本地资源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AI编码协作方法论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4300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通过简报和仪表盘同步全局进度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486400" cy="3840480"/>
          </a:xfrm>
          <a:prstGeom prst="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C9CD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极简三段式汇报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What's done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(已完成)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What's next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(下一步)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Any blockers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(有无阻塞)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754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可推送至Slack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486400" cy="3840480"/>
          </a:xfrm>
          <a:prstGeom prst="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C9CD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progress-dashboard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28600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仪表盘展示：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活跃目标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已完成里程碑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证据清单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阻塞项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决策记录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420624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可部署为公开站点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随时远程查看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669280"/>
            <a:ext cx="11277295" cy="548640"/>
          </a:xfrm>
          <a:prstGeom prst="rect">
            <a:avLst>
              <a:gd name="adj" fmla="val 8333"/>
            </a:avLst>
          </a:prstGeom>
          <a:solidFill>
            <a:srgbClr val="12355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66928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 WHAT：随时掌握全局状态，降低长周期项目上下文重建成本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AI编码协作方法论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4300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1645920"/>
            <a:ext cx="9448495" cy="1828800"/>
          </a:xfrm>
          <a:prstGeom prst="rect">
            <a:avLst>
              <a:gd name="adj" fmla="val 5000"/>
            </a:avLst>
          </a:prstGeom>
          <a:solidFill>
            <a:srgbClr val="12355B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645920"/>
            <a:ext cx="944849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AI模型负责产出智能能力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人类开发者的核心价值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是引导这份智能始终锚定统一目标，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沿着验证过的证据稳步推进。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71600" y="3840480"/>
            <a:ext cx="9448495" cy="2011680"/>
          </a:xfrm>
          <a:prstGeom prst="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9CD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3931920"/>
            <a:ext cx="8899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三点边界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4389120"/>
            <a:ext cx="889985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非官方定论 — OpenAI工程师个人实践总结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需适配 — 其他工具需找对应替代功能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自定义约定 — GOALS.md等需用户与AI共同建立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AI编码协作方法论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430000" y="27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18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参考资源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1277295" cy="1280160"/>
          </a:xfrm>
          <a:prstGeom prst="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CD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原文推文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Gabriel Chua《Collaborating with Codex on Long-Running Tasks》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x.com/gabrielchua/status/2074505300766568563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11277295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CD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004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作者主页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56616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Gabriel Chua — OpenAI Codex DX Engineer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2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x.com/gabrielchua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11277295" cy="1097280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CD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4805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Codex开源仓库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84632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github.com/openai/codex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2026-07-10T03:56:14Z</dcterms:created>
  <dcterms:modified xsi:type="dcterms:W3CDTF">2026-07-10T03:56:14Z</dcterms:modified>
</cp:coreProperties>
</file>