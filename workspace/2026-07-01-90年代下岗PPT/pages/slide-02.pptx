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 · Situation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八五期间 GDP 年均增长 11.9%，固投增长 36.1%，创前八个五年计划最高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1991—1995  ·  投资驱动的高速增长期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11.9%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 年均增长率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前八个五年计划最高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83864" y="2331720"/>
            <a:ext cx="0" cy="192024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228600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36.1%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47872" y="352044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固定资产投资增长率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38862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91656" y="2331720"/>
            <a:ext cx="0" cy="192024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28600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20.6%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455664" y="352044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固投增长（扣物价后）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55664" y="38862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实际仍极度扩张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911535" cy="777240"/>
          </a:xfrm>
          <a:prstGeom prst="rect">
            <a:avLst/>
          </a:prstGeom>
          <a:solidFill>
            <a:srgbClr val="EFEEE8"/>
          </a:solidFill>
          <a:ln w="6350">
            <a:solidFill>
              <a:srgbClr val="D6D6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09160"/>
            <a:ext cx="54864" cy="77724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782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历史峰值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5038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八五是前八个五年计划中增长最高的时期；固投名义增长 36.1%、扣物价后仍达 20.6%，显示投资驱动型扩张的实际强度达到历史峰值。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779008"/>
            <a:ext cx="10911535" cy="457200"/>
          </a:xfrm>
          <a:prstGeom prst="rect">
            <a:avLst/>
          </a:prstGeom>
          <a:solidFill>
            <a:srgbClr val="F1E4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5779008"/>
            <a:ext cx="54864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7972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83080" y="5797296"/>
            <a:ext cx="967709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这是繁荣的顶点，也是问题的起点——增长由资本而非就业驱动。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来源：八五期间宏观数据；国发[1994]59号；1997试点城市数据；绵阳/西安/张家口样本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