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384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 · Resolution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10911535" cy="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绵阳、西安、张家口样本显示，纺织等行业下岗比例高达 55%-62%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地级市与行业级的地面冲击验证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绵阳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210312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 家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破产国企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2926080" cy="0"/>
          </a:xfrm>
          <a:prstGeom prst="line">
            <a:avLst/>
          </a:prstGeom>
          <a:noFill/>
          <a:ln w="6350">
            <a:solidFill>
              <a:srgbClr val="D6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4096512"/>
            <a:ext cx="73152" cy="73152"/>
          </a:xfrm>
          <a:prstGeom prst="ellipse">
            <a:avLst/>
          </a:prstGeom>
          <a:solidFill>
            <a:srgbClr val="8B1E1E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40050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涉及职工 2.1 万余人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462272"/>
            <a:ext cx="73152" cy="73152"/>
          </a:xfrm>
          <a:prstGeom prst="ellipse">
            <a:avLst/>
          </a:prstGeom>
          <a:solidFill>
            <a:srgbClr val="8B1E1E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3708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占全市国企职工 7%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41064" y="2286000"/>
            <a:ext cx="0" cy="288036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41648" y="21031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西安 · 纺织系统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41648" y="25603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041648" y="3474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下岗占比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41648" y="3886200"/>
            <a:ext cx="2926080" cy="0"/>
          </a:xfrm>
          <a:prstGeom prst="line">
            <a:avLst/>
          </a:prstGeom>
          <a:noFill/>
          <a:ln w="6350">
            <a:solidFill>
              <a:srgbClr val="D6D6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41648" y="4096512"/>
            <a:ext cx="73152" cy="73152"/>
          </a:xfrm>
          <a:prstGeom prst="ellipse">
            <a:avLst/>
          </a:prstGeom>
          <a:solidFill>
            <a:srgbClr val="8B1E1E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0" y="40050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下岗工人 8,940 人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041648" y="4462272"/>
            <a:ext cx="73152" cy="73152"/>
          </a:xfrm>
          <a:prstGeom prst="ellipse">
            <a:avLst/>
          </a:prstGeom>
          <a:solidFill>
            <a:srgbClr val="8B1E1E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0" y="43708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无收入比例 70%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041648" y="48006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期间未注明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42632" y="2286000"/>
            <a:ext cx="0" cy="288036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43216" y="21031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张家口 · 纺织系统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43216" y="25603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61.7%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7443216" y="3474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下岗占比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43216" y="3886200"/>
            <a:ext cx="2926080" cy="0"/>
          </a:xfrm>
          <a:prstGeom prst="line">
            <a:avLst/>
          </a:prstGeom>
          <a:noFill/>
          <a:ln w="6350">
            <a:solidFill>
              <a:srgbClr val="D6D6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43216" y="4096512"/>
            <a:ext cx="73152" cy="73152"/>
          </a:xfrm>
          <a:prstGeom prst="ellipse">
            <a:avLst/>
          </a:prstGeom>
          <a:solidFill>
            <a:srgbClr val="8B1E1E"/>
          </a:solidFill>
          <a:ln/>
        </p:spPr>
      </p:sp>
      <p:sp>
        <p:nvSpPr>
          <p:cNvPr id="32" name="Text 30"/>
          <p:cNvSpPr/>
          <p:nvPr/>
        </p:nvSpPr>
        <p:spPr>
          <a:xfrm>
            <a:off x="7607808" y="40050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下岗工人 10,500 人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43216" y="4462272"/>
            <a:ext cx="73152" cy="73152"/>
          </a:xfrm>
          <a:prstGeom prst="ellipse">
            <a:avLst/>
          </a:prstGeom>
          <a:solidFill>
            <a:srgbClr val="8B1E1E"/>
          </a:solidFill>
          <a:ln/>
        </p:spPr>
      </p:sp>
      <p:sp>
        <p:nvSpPr>
          <p:cNvPr id="34" name="Text 32"/>
          <p:cNvSpPr/>
          <p:nvPr/>
        </p:nvSpPr>
        <p:spPr>
          <a:xfrm>
            <a:off x="7607808" y="43708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『代金券』充当工资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443216" y="48006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期间未注明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0080" y="5779008"/>
            <a:ext cx="10911535" cy="457200"/>
          </a:xfrm>
          <a:prstGeom prst="rect">
            <a:avLst/>
          </a:prstGeom>
          <a:solidFill>
            <a:srgbClr val="F1E4E4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" y="5779008"/>
            <a:ext cx="54864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" y="5797296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783080" y="5797296"/>
            <a:ext cx="96770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宏观政策在地面转化为过半职工失去生计的行业冲击。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0080" y="5522976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注：西安、张家口样本缺明确年份；为行业/地级市样本，非全国代表。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6350">
            <a:solidFill>
              <a:srgbClr val="D6D6D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63733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来源：八五期间宏观数据；国发[1994]59号；1997试点城市数据；绵阳/西安/张家口样本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351215" y="63733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1990年代国企下岗 · 经济史数据复盘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2026-07-01T12:40:59Z</dcterms:created>
  <dcterms:modified xsi:type="dcterms:W3CDTF">2026-07-01T12:40:59Z</dcterms:modified>
</cp:coreProperties>
</file>