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 · Complication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1993-94 危机爆发，且此次农村转移通道关闭——过剩劳动力无处可去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结构性约束的本质差异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0"/>
            <a:ext cx="0" cy="365760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1993-94 宏观危机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15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三大赤字引发高通胀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9626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财政、外汇、消费三大赤字叠加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9476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75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地方经济进入过热阶段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9227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投资与信贷双膨胀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462272"/>
            <a:ext cx="5120640" cy="841248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54880"/>
            <a:ext cx="164592" cy="164592"/>
          </a:xfrm>
          <a:prstGeom prst="ellipse">
            <a:avLst/>
          </a:prstGeom>
          <a:solidFill>
            <a:srgbClr val="8B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535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中央开放三大资本市场大规模增发货币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作为应对手段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均为定性描述，无量化通胀/赤字值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5285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与以往危机的关键差异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560320"/>
            <a:ext cx="1920240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2560320"/>
            <a:ext cx="1682496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6376" y="2560320"/>
            <a:ext cx="1682496" cy="41148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83880" y="256032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以往危机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66376" y="256032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本次危机（1990s）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971800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6376" y="2971800"/>
            <a:ext cx="1682496" cy="713232"/>
          </a:xfrm>
          <a:prstGeom prst="rect">
            <a:avLst/>
          </a:prstGeom>
          <a:solidFill>
            <a:srgbClr val="F1E4E4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718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农村劳动力转移通道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29718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可向农村转移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（开放）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66376" y="29718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通道关闭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685032"/>
            <a:ext cx="1920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3685032"/>
            <a:ext cx="168249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66376" y="3685032"/>
            <a:ext cx="1682496" cy="713232"/>
          </a:xfrm>
          <a:prstGeom prst="rect">
            <a:avLst/>
          </a:prstGeom>
          <a:solidFill>
            <a:srgbClr val="F1E4E4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68503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财政空间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3880" y="36850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相对宽裕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66376" y="36850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严重赤字压力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农村通道关闭使国企下岗从『可选』变为唯一出清通道。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