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 · Resolution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1994 试点到 1997 扩至 111 城，累计分流富余人员 1687 万人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『优化资本结构』的政策制度化路径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406640" cy="0"/>
          </a:xfrm>
          <a:prstGeom prst="line">
            <a:avLst/>
          </a:prstGeom>
          <a:noFill/>
          <a:ln w="19050">
            <a:solidFill>
              <a:srgbClr val="D6D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F3F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874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1988-93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-365760" y="2514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破产企业 940 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-36576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前奏，多为中小/集体企业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34840" y="2240280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F3F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74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国发[1994]59 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确立『资本』地位，启动试点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38160" y="2240280"/>
            <a:ext cx="182880" cy="182880"/>
          </a:xfrm>
          <a:prstGeom prst="ellipse">
            <a:avLst/>
          </a:prstGeom>
          <a:solidFill>
            <a:srgbClr val="8B1E1E"/>
          </a:solidFill>
          <a:ln w="12700">
            <a:solidFill>
              <a:srgbClr val="F3F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874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514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试点扩至 111 个城市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兼并、破产、减员增效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三种分流路径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2651760" cy="6400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4023360"/>
            <a:ext cx="0" cy="64008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4023360"/>
            <a:ext cx="2651760" cy="6400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2336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0760" y="4023360"/>
            <a:ext cx="0" cy="64008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023360"/>
            <a:ext cx="2651760" cy="6400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656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减员增效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69680" y="3611880"/>
            <a:ext cx="2679192" cy="11430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3" name="Text 31"/>
          <p:cNvSpPr/>
          <p:nvPr/>
        </p:nvSpPr>
        <p:spPr>
          <a:xfrm>
            <a:off x="8869680" y="3703320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1687 万人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869680" y="436168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累计分流（至 1997）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69680" y="4800600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累计值，非单年；无逐年序列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008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 城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0080" y="5321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1997 年试点城市数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政策从零散试点升级为系统性、制度化的劳动力出清。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2026-07-01T12:40:59Z</dcterms:created>
  <dcterms:modified xsi:type="dcterms:W3CDTF">2026-07-01T12:40:59Z</dcterms:modified>
</cp:coreProperties>
</file>