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 · Complication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繁荣未转化为就业——就业增长仅 1.3%，国企就业几乎零增长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高增长-低就业悖论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347460" cy="56692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年均增长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24700" y="2286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11.9%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693420" cy="56692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就业增长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0660" y="3429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2852928"/>
            <a:ext cx="0" cy="576072"/>
          </a:xfrm>
          <a:prstGeom prst="line">
            <a:avLst/>
          </a:prstGeom>
          <a:noFill/>
          <a:ln w="6350">
            <a:solidFill>
              <a:srgbClr val="D6D6D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179064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增速约为就业增速的 9 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2148840"/>
            <a:ext cx="4096512" cy="141732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286000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国企就业率 1994-95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2606040"/>
            <a:ext cx="3730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几乎零增长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35240" y="303580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（仅方向性判断，无精确数值）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52360" y="3749040"/>
            <a:ext cx="4096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高速增长未吸收劳动力，固投驱动型增长与就业创造脱钩——国企作为就业蓄水池的功能失效。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87768" y="2148840"/>
            <a:ext cx="0" cy="347472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繁荣的成果未流向就业，埋下社会压力——增长不等于就业。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