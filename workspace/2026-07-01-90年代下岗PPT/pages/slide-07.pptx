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60120" y="384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 · Conclusion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713232"/>
            <a:ext cx="10911535" cy="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4124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1687 万人分流——1990 年代从『铁饭碗』到市场化出清的系统性转折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历史坐标与含义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1687</a:t>
            </a:r>
            <a:endParaRPr lang="en-US" sz="7800" dirty="0"/>
          </a:p>
        </p:txBody>
      </p:sp>
      <p:sp>
        <p:nvSpPr>
          <p:cNvPr id="8" name="Text 6"/>
          <p:cNvSpPr/>
          <p:nvPr/>
        </p:nvSpPr>
        <p:spPr>
          <a:xfrm>
            <a:off x="3657600" y="30632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万人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累计分流富余人员（1994-1997）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2194560"/>
            <a:ext cx="0" cy="3108960"/>
          </a:xfrm>
          <a:prstGeom prst="line">
            <a:avLst/>
          </a:prstGeom>
          <a:noFill/>
          <a:ln w="9525">
            <a:solidFill>
              <a:srgbClr val="D6D6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0" y="2286000"/>
            <a:ext cx="457200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2286000"/>
            <a:ext cx="4965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繁荣悖论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670048"/>
            <a:ext cx="49651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八五 GDP 年均 11.9% 的空前增长，是资本密集型而非就业密集型，就业增长仅 1.3%。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0" y="3273552"/>
            <a:ext cx="5239512" cy="0"/>
          </a:xfrm>
          <a:prstGeom prst="line">
            <a:avLst/>
          </a:prstGeom>
          <a:noFill/>
          <a:ln w="5080">
            <a:solidFill>
              <a:srgbClr val="D6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3337560"/>
            <a:ext cx="457200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3337560"/>
            <a:ext cx="4965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通道关闭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3721608"/>
            <a:ext cx="49651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与以往危机不同，1990s 农村转移通道关闭，过剩劳动力无处可去，国企下岗成为唯一出清通道。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0" y="4325112"/>
            <a:ext cx="5239512" cy="0"/>
          </a:xfrm>
          <a:prstGeom prst="line">
            <a:avLst/>
          </a:prstGeom>
          <a:noFill/>
          <a:ln w="5080">
            <a:solidFill>
              <a:srgbClr val="D6D6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4389120"/>
            <a:ext cx="457200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7960" y="4389120"/>
            <a:ext cx="4965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制度性转折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4773168"/>
            <a:ext cx="49651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『优化资本结构』从 1994 试点到 1997 扩 111 城，标志着从『铁饭碗』到市场化劳动力出清的转折。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6053328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注：1687 万为累计值；再就业与收入恢复数据未提供。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0080" y="6327648"/>
            <a:ext cx="10911535" cy="0"/>
          </a:xfrm>
          <a:prstGeom prst="line">
            <a:avLst/>
          </a:prstGeom>
          <a:noFill/>
          <a:ln w="6350">
            <a:solidFill>
              <a:srgbClr val="D6D6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7336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来源：八五宏观数据；国发[1994]59号；1997试点城市数据；绵阳/西安/张家口样本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351215" y="63733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1990年代国企下岗 · 经济史数据复盘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2026-07-01T12:40:59Z</dcterms:created>
  <dcterms:modified xsi:type="dcterms:W3CDTF">2026-07-01T12:40:59Z</dcterms:modified>
</cp:coreProperties>
</file>