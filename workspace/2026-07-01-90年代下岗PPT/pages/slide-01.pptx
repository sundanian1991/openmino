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25146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1990 年代国企下岗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14400" y="3611880"/>
            <a:ext cx="3840480" cy="0"/>
          </a:xfrm>
          <a:prstGeom prst="line">
            <a:avLst/>
          </a:prstGeom>
          <a:noFill/>
          <a:ln w="31750">
            <a:solidFill>
              <a:srgbClr val="8B1E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74904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高增长下的就业转型——八五繁荣、1993-94 危机与『优化资本结构』的系统性分流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58521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1991 — 1997  ·  经济史数据复盘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94015" y="63733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数据复盘 · 内部研究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2026-07-01T12:40:59Z</dcterms:created>
  <dcterms:modified xsi:type="dcterms:W3CDTF">2026-07-01T12:40:59Z</dcterms:modified>
</cp:coreProperties>
</file>