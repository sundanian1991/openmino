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李诞的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养虾哲学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将个人经验、风格、知识通过Prompt和记忆灌输给AI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养成指南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养虾三要素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将AI养成"个人风格智能体"的核心方法论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5E5"/>
                </a:solidFill>
              </a:rPr>
              <a:t>·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定义AI的价值观、语气与身份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5E5"/>
                </a:solidFill>
              </a:rPr>
              <a:t>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2697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模块化技能包，独立迭代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5E5"/>
                </a:solidFill>
              </a:rPr>
              <a:t>·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56032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文档与记录喂养，形成长期记忆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"人设是灵魂，技能是骨骼，记忆是血肉。"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模块化Prompt工作流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将复杂写作任务拆解，分步产出后整合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5E5"/>
                </a:solidFill>
              </a:rPr>
              <a:t>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开场故事 → 对比反差 → 概念定义 → 结尾升华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725B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5E5"/>
                </a:solidFill>
              </a:rPr>
              <a:t>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分模块产出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每个模块单独生成Prompt，分步产出后整合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725B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5E5"/>
                </a:solidFill>
              </a:rPr>
              <a:t>·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Skill模板化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将流程固化为可复用模板，风格一致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"风格接近李诞本人，结构清晰有层次感。"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做判断与学习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规则驱动型AI + 向量化个人语料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做判断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设定身份规则 → 让AI基于记忆给出判断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设置飞书提醒自动推送结果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0" cy="164592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9496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学习模仿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将大量个人直播/文本向量化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喂入AI形成个人知识库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AI模仿个人风格输出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"让AI学会你的思考方式，而不是代替你思考。"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飞书妙搭三步部署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快速部署你的个人AI Agent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5E5"/>
                </a:solidFill>
              </a:rPr>
              <a:t>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Soul（人设）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在飞书妙搭中定义Agent的价值观、语气、身份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725B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5E5"/>
                </a:solidFill>
              </a:rPr>
              <a:t>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Identity（身份与任务）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明确AI的角色定位和核心任务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725B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5E5"/>
                </a:solidFill>
              </a:rPr>
              <a:t>·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教会 Skills（技能包）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导入或安装技能包，让AI具备专业能力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飞书妙搭 → AI 助手 → 创建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开始你的养虾之旅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三步启动，持续迭代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E5E5"/>
                </a:solidFill>
              </a:rPr>
              <a:t>·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定义你的 AI 人设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写下3个关键词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E5E5"/>
                </a:solidFill>
              </a:rPr>
              <a:t>·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1 个 Skill 开始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 / 判断 / 学习 / 社交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E5E5"/>
                </a:solidFill>
              </a:rPr>
              <a:t>·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持续喂养记忆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让它更懂你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现在就开始，让你的AI成为另一个"你"。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"养虾养的不是</a:t>
            </a:r>
            <a:pPr algn="ctr" indent="0" marL="0">
              <a:buNone/>
            </a:pPr>
            <a:r>
              <a:rPr lang="en-US" sz="2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，是未来的自己。"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将个人经验、风格、知识通过Prompt和记忆灌输给AI，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让AI成为你的"数字分身"。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最小可复用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迭代优化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记忆沉淀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2026-03-23T05:28:25Z</dcterms:created>
  <dcterms:modified xsi:type="dcterms:W3CDTF">2026-03-23T05:28:25Z</dcterms:modified>
</cp:coreProperties>
</file>