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  <Relationship Id="rId100" Type="http://schemas.openxmlformats.org/officeDocument/2006/relationships/image" Target="../media/icon-soul.svg"/>
  <Relationship Id="rId101" Type="http://schemas.openxmlformats.org/officeDocument/2006/relationships/image" Target="../media/icon-skills.svg"/>
  <Relationship Id="rId102" Type="http://schemas.openxmlformats.org/officeDocument/2006/relationships/image" Target="../media/icon-memory.svg"/>
  <Relationship Id="rId103" Type="http://schemas.openxmlformats.org/officeDocument/2006/relationships/image" Target="../media/icon-balance.svg"/>
  <Relationship Id="rId104" Type="http://schemas.openxmlformats.org/officeDocument/2006/relationships/image" Target="../media/icon-brain.svg"/>
  <Relationship Id="rId105" Type="http://schemas.openxmlformats.org/officeDocument/2006/relationships/image" Target="../media/icon-shrimp.svg"/>
  <Relationship Id="rId106" Type="http://schemas.openxmlformats.org/officeDocument/2006/relationships/image" Target="../media/icon-steps.svg"/>
  <Relationship Id="rId107" Type="http://schemas.openxmlformats.org/officeDocument/2006/relationships/image" Target="../media/icon-rocket.svg"/>
  <Relationship Id="rId108" Type="http://schemas.openxmlformats.org/officeDocument/2006/relationships/image" Target="../media/icon-deploy.svg"/>
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  <Relationship Id="rId100" Type="http://schemas.openxmlformats.org/officeDocument/2006/relationships/image" Target="../media/icon-soul.svg"/>
  <Relationship Id="rId101" Type="http://schemas.openxmlformats.org/officeDocument/2006/relationships/image" Target="../media/icon-skills.svg"/>
  <Relationship Id="rId102" Type="http://schemas.openxmlformats.org/officeDocument/2006/relationships/image" Target="../media/icon-memory.svg"/>
  <Relationship Id="rId103" Type="http://schemas.openxmlformats.org/officeDocument/2006/relationships/image" Target="../media/icon-balance.svg"/>
  <Relationship Id="rId104" Type="http://schemas.openxmlformats.org/officeDocument/2006/relationships/image" Target="../media/icon-brain.svg"/>
  <Relationship Id="rId105" Type="http://schemas.openxmlformats.org/officeDocument/2006/relationships/image" Target="../media/icon-shrimp.svg"/>
  <Relationship Id="rId106" Type="http://schemas.openxmlformats.org/officeDocument/2006/relationships/image" Target="../media/icon-steps.svg"/>
  <Relationship Id="rId107" Type="http://schemas.openxmlformats.org/officeDocument/2006/relationships/image" Target="../media/icon-rocket.svg"/>
  <Relationship Id="rId108" Type="http://schemas.openxmlformats.org/officeDocument/2006/relationships/image" Target="../media/icon-deploy.svg"/>
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  <Relationship Id="rId100" Type="http://schemas.openxmlformats.org/officeDocument/2006/relationships/image" Target="../media/icon-soul.svg"/>
  <Relationship Id="rId101" Type="http://schemas.openxmlformats.org/officeDocument/2006/relationships/image" Target="../media/icon-skills.svg"/>
  <Relationship Id="rId102" Type="http://schemas.openxmlformats.org/officeDocument/2006/relationships/image" Target="../media/icon-memory.svg"/>
  <Relationship Id="rId103" Type="http://schemas.openxmlformats.org/officeDocument/2006/relationships/image" Target="../media/icon-balance.svg"/>
  <Relationship Id="rId104" Type="http://schemas.openxmlformats.org/officeDocument/2006/relationships/image" Target="../media/icon-brain.svg"/>
  <Relationship Id="rId105" Type="http://schemas.openxmlformats.org/officeDocument/2006/relationships/image" Target="../media/icon-shrimp.svg"/>
  <Relationship Id="rId106" Type="http://schemas.openxmlformats.org/officeDocument/2006/relationships/image" Target="../media/icon-steps.svg"/>
  <Relationship Id="rId107" Type="http://schemas.openxmlformats.org/officeDocument/2006/relationships/image" Target="../media/icon-rocket.svg"/>
  <Relationship Id="rId108" Type="http://schemas.openxmlformats.org/officeDocument/2006/relationships/image" Target="../media/icon-deploy.svg"/>
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  <Relationship Id="rId100" Type="http://schemas.openxmlformats.org/officeDocument/2006/relationships/image" Target="../media/icon-soul.svg"/>
  <Relationship Id="rId101" Type="http://schemas.openxmlformats.org/officeDocument/2006/relationships/image" Target="../media/icon-skills.svg"/>
  <Relationship Id="rId102" Type="http://schemas.openxmlformats.org/officeDocument/2006/relationships/image" Target="../media/icon-memory.svg"/>
  <Relationship Id="rId103" Type="http://schemas.openxmlformats.org/officeDocument/2006/relationships/image" Target="../media/icon-balance.svg"/>
  <Relationship Id="rId104" Type="http://schemas.openxmlformats.org/officeDocument/2006/relationships/image" Target="../media/icon-brain.svg"/>
  <Relationship Id="rId105" Type="http://schemas.openxmlformats.org/officeDocument/2006/relationships/image" Target="../media/icon-shrimp.svg"/>
  <Relationship Id="rId106" Type="http://schemas.openxmlformats.org/officeDocument/2006/relationships/image" Target="../media/icon-steps.svg"/>
  <Relationship Id="rId107" Type="http://schemas.openxmlformats.org/officeDocument/2006/relationships/image" Target="../media/icon-rocket.svg"/>
  <Relationship Id="rId108" Type="http://schemas.openxmlformats.org/officeDocument/2006/relationships/image" Target="../media/icon-deploy.svg"/>
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  <Relationship Id="rId100" Type="http://schemas.openxmlformats.org/officeDocument/2006/relationships/image" Target="../media/icon-soul.svg"/>
  <Relationship Id="rId101" Type="http://schemas.openxmlformats.org/officeDocument/2006/relationships/image" Target="../media/icon-skills.svg"/>
  <Relationship Id="rId102" Type="http://schemas.openxmlformats.org/officeDocument/2006/relationships/image" Target="../media/icon-memory.svg"/>
  <Relationship Id="rId103" Type="http://schemas.openxmlformats.org/officeDocument/2006/relationships/image" Target="../media/icon-balance.svg"/>
  <Relationship Id="rId104" Type="http://schemas.openxmlformats.org/officeDocument/2006/relationships/image" Target="../media/icon-brain.svg"/>
  <Relationship Id="rId105" Type="http://schemas.openxmlformats.org/officeDocument/2006/relationships/image" Target="../media/icon-shrimp.svg"/>
  <Relationship Id="rId106" Type="http://schemas.openxmlformats.org/officeDocument/2006/relationships/image" Target="../media/icon-steps.svg"/>
  <Relationship Id="rId107" Type="http://schemas.openxmlformats.org/officeDocument/2006/relationships/image" Target="../media/icon-rocket.svg"/>
  <Relationship Id="rId108" Type="http://schemas.openxmlformats.org/officeDocument/2006/relationships/image" Target="../media/icon-deploy.svg"/>
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  <Relationship Id="rId100" Type="http://schemas.openxmlformats.org/officeDocument/2006/relationships/image" Target="../media/icon-soul.svg"/>
  <Relationship Id="rId101" Type="http://schemas.openxmlformats.org/officeDocument/2006/relationships/image" Target="../media/icon-skills.svg"/>
  <Relationship Id="rId102" Type="http://schemas.openxmlformats.org/officeDocument/2006/relationships/image" Target="../media/icon-memory.svg"/>
  <Relationship Id="rId103" Type="http://schemas.openxmlformats.org/officeDocument/2006/relationships/image" Target="../media/icon-balance.svg"/>
  <Relationship Id="rId104" Type="http://schemas.openxmlformats.org/officeDocument/2006/relationships/image" Target="../media/icon-brain.svg"/>
  <Relationship Id="rId105" Type="http://schemas.openxmlformats.org/officeDocument/2006/relationships/image" Target="../media/icon-shrimp.svg"/>
  <Relationship Id="rId106" Type="http://schemas.openxmlformats.org/officeDocument/2006/relationships/image" Target="../media/icon-steps.svg"/>
  <Relationship Id="rId107" Type="http://schemas.openxmlformats.org/officeDocument/2006/relationships/image" Target="../media/icon-rocket.svg"/>
  <Relationship Id="rId108" Type="http://schemas.openxmlformats.org/officeDocument/2006/relationships/image" Target="../media/icon-deploy.svg"/>
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  <Relationship Id="rId100" Type="http://schemas.openxmlformats.org/officeDocument/2006/relationships/image" Target="../media/icon-soul.svg"/>
  <Relationship Id="rId101" Type="http://schemas.openxmlformats.org/officeDocument/2006/relationships/image" Target="../media/icon-skills.svg"/>
  <Relationship Id="rId102" Type="http://schemas.openxmlformats.org/officeDocument/2006/relationships/image" Target="../media/icon-memory.svg"/>
  <Relationship Id="rId103" Type="http://schemas.openxmlformats.org/officeDocument/2006/relationships/image" Target="../media/icon-balance.svg"/>
  <Relationship Id="rId104" Type="http://schemas.openxmlformats.org/officeDocument/2006/relationships/image" Target="../media/icon-brain.svg"/>
  <Relationship Id="rId105" Type="http://schemas.openxmlformats.org/officeDocument/2006/relationships/image" Target="../media/icon-shrimp.svg"/>
  <Relationship Id="rId106" Type="http://schemas.openxmlformats.org/officeDocument/2006/relationships/image" Target="../media/icon-steps.svg"/>
  <Relationship Id="rId107" Type="http://schemas.openxmlformats.org/officeDocument/2006/relationships/image" Target="../media/icon-rocket.svg"/>
  <Relationship Id="rId108" Type="http://schemas.openxmlformats.org/officeDocument/2006/relationships/image" Target="../media/icon-deploy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371600"/>
            <a:ext cx="2743200" cy="0"/>
          </a:xfrm>
          <a:prstGeom prst="line">
            <a:avLst/>
          </a:prstGeom>
          <a:noFill/>
          <a:ln w="25400">
            <a:solidFill>
              <a:srgbClr val="E2725B"/>
            </a:solidFill>
            <a:prstDash val="dash"/>
          </a:ln>
        </p:spPr>
      </p:sp>
      <p:pic>
        <p:nvPicPr>
          <p:cNvPr id="5" name="Image 0" descr="imgs/icon-shri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73152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李诞的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pPr algn="ctr" indent="0" marL="0">
              <a:buNone/>
            </a:pPr>
            <a:r>
              <a:rPr lang="en-US" sz="56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养虾哲学</a:t>
            </a:r>
            <a:endParaRPr lang="en-US" sz="5600" dirty="0"/>
          </a:p>
        </p:txBody>
      </p:sp>
      <p:sp>
        <p:nvSpPr>
          <p:cNvPr id="8" name="Shape 5"/>
          <p:cNvSpPr/>
          <p:nvPr/>
        </p:nvSpPr>
        <p:spPr>
          <a:xfrm>
            <a:off x="1399032" y="3685032"/>
            <a:ext cx="6345936" cy="731520"/>
          </a:xfrm>
          <a:prstGeom prst="roundRect">
            <a:avLst>
              <a:gd name="adj" fmla="val 6250"/>
            </a:avLst>
          </a:prstGeom>
          <a:solidFill>
            <a:srgbClr val="E0DC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71600" y="3657600"/>
            <a:ext cx="6345936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3657600"/>
            <a:ext cx="45720" cy="73152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54480" y="36576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将个人经验、风格、知识通过Prompt和记忆灌输给AI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养成指南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养虾三要素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将AI养成"个人风格智能体"的核心方法论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426464"/>
            <a:ext cx="2651760" cy="3108960"/>
          </a:xfrm>
          <a:prstGeom prst="rect">
            <a:avLst/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5720" cy="310896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imgs/icon-so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64592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436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703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定义AI的价值观、语气、身份。这是AI的灵魂，决定了它会以什么性格与你对话。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46704" y="1426464"/>
            <a:ext cx="2651760" cy="3108960"/>
          </a:xfrm>
          <a:prstGeom prst="rect">
            <a:avLst/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137160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371600"/>
            <a:ext cx="45720" cy="310896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1" descr="imgs/icon-sk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645920"/>
            <a:ext cx="1097280" cy="10972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42900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74720" y="3703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开发模块化技能包，让AI具备特定能力。每个技能解决一类问题，可独立迭代。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81344" y="1426464"/>
            <a:ext cx="2651760" cy="3108960"/>
          </a:xfrm>
          <a:prstGeom prst="rect">
            <a:avLst/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26480" y="137160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26480" y="1371600"/>
            <a:ext cx="45720" cy="310896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2" descr="imgs/icon-mem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645920"/>
            <a:ext cx="1097280" cy="10972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26364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09360" y="3703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将文档、聊天记录、直播转录等喂给AI，形成长期记忆。记忆越丰富，AI越像你。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6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模块化Prompt工作流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将复杂写作任务拆解，分步产出后整合</a:t>
            </a:r>
            <a:endParaRPr lang="en-US" sz="1400" dirty="0"/>
          </a:p>
        </p:txBody>
      </p:sp>
      <p:pic>
        <p:nvPicPr>
          <p:cNvPr id="4" name="Image 0" descr="imgs/icon-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7432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19050">
            <a:solidFill>
              <a:srgbClr val="E2725B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512064" y="1453896"/>
            <a:ext cx="8119872" cy="777240"/>
          </a:xfrm>
          <a:prstGeom prst="roundRect">
            <a:avLst>
              <a:gd name="adj" fmla="val 5882"/>
            </a:avLst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17320"/>
            <a:ext cx="81198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17320"/>
            <a:ext cx="45720" cy="77724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61848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272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34440" y="1527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任务拆分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34440" y="1856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开场故事 → 对比反差 → 概念定义 → 结尾升华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0" y="2194560"/>
            <a:ext cx="0" cy="137160"/>
          </a:xfrm>
          <a:prstGeom prst="line">
            <a:avLst/>
          </a:prstGeom>
          <a:noFill/>
          <a:ln w="25400">
            <a:solidFill>
              <a:srgbClr val="E2725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12064" y="2414016"/>
            <a:ext cx="8119872" cy="777240"/>
          </a:xfrm>
          <a:prstGeom prst="roundRect">
            <a:avLst>
              <a:gd name="adj" fmla="val 5882"/>
            </a:avLst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377440"/>
            <a:ext cx="81198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377440"/>
            <a:ext cx="45720" cy="77724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257860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272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2578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34440" y="24871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分模块产出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234440" y="28163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每个模块单独生成Prompt，分步产出后整合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114800" y="3154680"/>
            <a:ext cx="0" cy="137160"/>
          </a:xfrm>
          <a:prstGeom prst="line">
            <a:avLst/>
          </a:prstGeom>
          <a:noFill/>
          <a:ln w="25400">
            <a:solidFill>
              <a:srgbClr val="E2725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12064" y="3374136"/>
            <a:ext cx="8119872" cy="777240"/>
          </a:xfrm>
          <a:prstGeom prst="roundRect">
            <a:avLst>
              <a:gd name="adj" fmla="val 5882"/>
            </a:avLst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3337560"/>
            <a:ext cx="81198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3337560"/>
            <a:ext cx="45720" cy="77724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" y="35387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272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234440" y="34472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Skill模板化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1234440" y="37764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将流程固化为可复用模板，风格一致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69264" y="4334256"/>
            <a:ext cx="6931152" cy="502920"/>
          </a:xfrm>
          <a:prstGeom prst="roundRect">
            <a:avLst>
              <a:gd name="adj" fmla="val 9091"/>
            </a:avLst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14400" y="4297680"/>
            <a:ext cx="693115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2725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4400" y="4297680"/>
            <a:ext cx="45720" cy="50292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97280" y="42976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"风格接近李诞本人，结构清晰有层次感，常用口语化表达和哲学思考。"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4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做判断与学习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规则驱动型AI + 向量化个人语料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297680" y="2560320"/>
            <a:ext cx="548640" cy="548640"/>
          </a:xfrm>
          <a:prstGeom prst="ellipse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426464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3657600" cy="54864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imgs/icon-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9164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926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做判断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3383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设定身份规则 → 让AI基于记忆给出判断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设置飞书提醒自动推送结果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84064" y="1426464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0" y="137160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0" y="1371600"/>
            <a:ext cx="3657600" cy="54864"/>
          </a:xfrm>
          <a:prstGeom prst="rect">
            <a:avLst/>
          </a:prstGeom>
          <a:solidFill>
            <a:srgbClr val="6B7F5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1" descr="imgs/icon-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1097280" cy="10972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2926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学习模仿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303520" y="3383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将大量个人直播/文本向量化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喂入AI形成个人知识库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AI模仿个人风格输出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8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365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飞书妙搭三步部署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快速部署你的个人 AI Agent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E8E4E1"/>
            </a:solidFill>
            <a:prstDash val="solid"/>
          </a:ln>
        </p:spPr>
      </p:sp>
      <p:pic>
        <p:nvPicPr>
          <p:cNvPr id="6" name="Image 0" descr="imgs/icon-depl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200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" y="1490472"/>
            <a:ext cx="8174736" cy="868680"/>
          </a:xfrm>
          <a:prstGeom prst="roundRect">
            <a:avLst>
              <a:gd name="adj" fmla="val 5263"/>
            </a:avLst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63040"/>
            <a:ext cx="8174736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463040"/>
            <a:ext cx="45720" cy="86868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60020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28016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Soul（人设）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80160" y="1965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在飞书妙搭中定义 Agent 的价值观、语气、身份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44568" y="2331720"/>
            <a:ext cx="0" cy="137160"/>
          </a:xfrm>
          <a:prstGeom prst="line">
            <a:avLst/>
          </a:prstGeom>
          <a:noFill/>
          <a:ln w="25400">
            <a:solidFill>
              <a:srgbClr val="E2725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84632" y="2542032"/>
            <a:ext cx="8174736" cy="868680"/>
          </a:xfrm>
          <a:prstGeom prst="roundRect">
            <a:avLst>
              <a:gd name="adj" fmla="val 5263"/>
            </a:avLst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514600"/>
            <a:ext cx="8174736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514600"/>
            <a:ext cx="45720" cy="86868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26517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28016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Identity（身份与任务）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8016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AI 的角色定位和核心任务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44568" y="3383280"/>
            <a:ext cx="0" cy="137160"/>
          </a:xfrm>
          <a:prstGeom prst="line">
            <a:avLst/>
          </a:prstGeom>
          <a:noFill/>
          <a:ln w="25400">
            <a:solidFill>
              <a:srgbClr val="E2725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84632" y="3593592"/>
            <a:ext cx="8174736" cy="868680"/>
          </a:xfrm>
          <a:prstGeom prst="roundRect">
            <a:avLst>
              <a:gd name="adj" fmla="val 5263"/>
            </a:avLst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566160"/>
            <a:ext cx="8174736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3566160"/>
            <a:ext cx="45720" cy="868680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37033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28016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教会 Skills（技能包）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80160" y="4069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导入或安装技能包，让 AI 具备专业能力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8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365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开始你的养虾之旅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三步启动，持续迭代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E8E4E1"/>
            </a:solidFill>
            <a:prstDash val="solid"/>
          </a:ln>
        </p:spPr>
      </p:sp>
      <p:pic>
        <p:nvPicPr>
          <p:cNvPr id="6" name="Image 0" descr="imgs/icon-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2004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3776" y="1499616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4630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4008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定义你的 AI 人设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2880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思考：你希望 AI 以什么身份、什么语气为你服务？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374904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 3 个关键词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28416" y="1499616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14630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91840" y="1463040"/>
            <a:ext cx="2651760" cy="54864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0" y="1737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347472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1 个 Skill 开始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474720" y="2880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建议从你最常用的场景入手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74720" y="374904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7472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 / 判断 / 学习 / 社交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63056" y="1499616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26480" y="146304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26480" y="1463040"/>
            <a:ext cx="2651760" cy="54864"/>
          </a:xfrm>
          <a:prstGeom prst="rect">
            <a:avLst/>
          </a:prstGeom>
          <a:solidFill>
            <a:srgbClr val="E272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0" y="1737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7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630936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持续喂养记忆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309360" y="2880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6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把过往文档、笔记、对话记录喂给 AI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309360" y="374904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E8E4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0936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C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让它更懂你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2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2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4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核心洞察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"养虾养的不是AI，是未来的自己。"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将个人经验、风格、知识通过Prompt和记忆灌输给AI，让AI成为你的"数字分身"。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384048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3D2C29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3840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最小可复用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31920" y="384048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3D2C29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3840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迭代优化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384048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3D2C29"/>
          </a:solidFill>
          <a:ln w="12700">
            <a:solidFill>
              <a:srgbClr val="E8E4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3840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记忆沉淀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2026-03-23T03:26:25Z</dcterms:created>
  <dcterms:modified xsi:type="dcterms:W3CDTF">2026-03-23T03:26:25Z</dcterms:modified>
</cp:coreProperties>
</file>