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505" y="457200"/>
            <a:ext cx="3657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如无必要勿增实体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我放弃了LLM Wiki，用Claude极简重构个人知识库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67505" y="6217920"/>
            <a:ext cx="3657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几年积累散落各处，要找找不到、要讲讲不清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会议记录/月报/复盘/想法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3657600"/>
            <a:ext cx="2011680" cy="32004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适合写，不适合管理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PPT/Excel/PDF/截图/草稿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3657600"/>
            <a:ext cx="2011680" cy="32004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适合喂AI，不适合查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2960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外部收藏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产品/运营/设计经验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3657600"/>
            <a:ext cx="2011680" cy="32004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有用，但不是我的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散落不是问题，无法调用才是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每个平台都解决了一部分，但没有一个能独立承载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写文档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随时查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AI可读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79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本地文件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79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79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79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79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070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45920"/>
            <a:ext cx="3870655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182880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2286000"/>
            <a:ext cx="33220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没有单一平台能独立承载知识管理的全部需求。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问题从文件多升级为架构缺失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真正的源头只有一个：本地 Markdown 框架文档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6459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框架文档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（唯一源头）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7932"/>
                </a:solidFill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（发布版）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56616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3566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工作台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（镜子）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645920"/>
            <a:ext cx="73152" cy="2926080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645920"/>
            <a:ext cx="3687775" cy="2926080"/>
          </a:xfrm>
          <a:prstGeom prst="roundRect">
            <a:avLst>
              <a:gd name="adj" fmla="val 1563"/>
            </a:avLst>
          </a:prstGeom>
          <a:solidFill>
            <a:srgbClr val="FAFAF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116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镜子再花哨，结构乱，照出来还是乱；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结构清楚，工具自然就好用。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真正的源头只有一个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从具体项目入手，形成可调用结构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01168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定义主线和结构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7932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201168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素材索引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关联证据和来源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7932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686800" y="201168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原始文件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保留可追溯材料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先做可调用索引，再做全量整理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全量丢给AI，会把知识库变成第二个垃圾堆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029200" cy="3200400"/>
          </a:xfrm>
          <a:prstGeom prst="roundRect">
            <a:avLst>
              <a:gd name="adj" fmla="val 1429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错误顺序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把所有文件丢给AI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↓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AI自动归纳总结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↓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得到看似工整的结果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45920"/>
            <a:ext cx="5029200" cy="3200400"/>
          </a:xfrm>
          <a:prstGeom prst="roundRect">
            <a:avLst>
              <a:gd name="adj" fmla="val 1429"/>
            </a:avLst>
          </a:prstGeom>
          <a:solidFill>
            <a:srgbClr val="F5FFF5"/>
          </a:solidFill>
          <a:ln w="12700">
            <a:solidFill>
              <a:srgbClr val="CCE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正确顺序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人定义主线和项目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↓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AI佐证和组织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↓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人拍板确认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人定义主线，AI负责佐证和组织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AI容易把别人的案例当成你的项目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83080"/>
            <a:ext cx="1645920" cy="320040"/>
          </a:xfrm>
          <a:prstGeom prst="roundRect">
            <a:avLst>
              <a:gd name="adj" fmla="val 8571"/>
            </a:avLst>
          </a:prstGeom>
          <a:solidFill>
            <a:srgbClr val="A8793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进入主线项目沉淀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能证明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783080"/>
            <a:ext cx="1645920" cy="320040"/>
          </a:xfrm>
          <a:prstGeom prst="roundRect">
            <a:avLst>
              <a:gd name="adj" fmla="val 8571"/>
            </a:avLst>
          </a:prstGeom>
          <a:solidFill>
            <a:srgbClr val="70707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别人经验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只能作为外部旁证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做参考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1783080"/>
            <a:ext cx="1645920" cy="320040"/>
          </a:xfrm>
          <a:prstGeom prst="roundRect">
            <a:avLst>
              <a:gd name="adj" fmla="val 8571"/>
            </a:avLst>
          </a:prstGeom>
          <a:solidFill>
            <a:srgbClr val="70707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先标状态，不认领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来源混淆会让能力包装不可靠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知识库最容易膨胀——能并入就并入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能补进已有项目吗？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932"/>
                </a:solidFill>
              </a:rPr>
              <a:t>是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A87932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进项目文档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</a:rPr>
              <a:t>否 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能补进参考台吗？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</a:rPr>
              <a:t>是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7432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DADAD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进参考区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</a:rPr>
              <a:t>否 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A879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能跨多个项目复用吗？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932"/>
                </a:solidFill>
              </a:rPr>
              <a:t>是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393192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A87932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独立成概念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</a:rPr>
              <a:t>否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44805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ADAD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1554480"/>
            <a:ext cx="73152" cy="3657600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26" name="Shape 24"/>
          <p:cNvSpPr/>
          <p:nvPr/>
        </p:nvSpPr>
        <p:spPr>
          <a:xfrm>
            <a:off x="7955280" y="1554480"/>
            <a:ext cx="3687775" cy="3657600"/>
          </a:xfrm>
          <a:prstGeom prst="roundRect">
            <a:avLst>
              <a:gd name="adj" fmla="val 1250"/>
            </a:avLst>
          </a:prstGeom>
          <a:solidFill>
            <a:srgbClr val="FAFAF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案例：AI评测能力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21945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本可单独开能力矩阵，但更应并进已有的AI内容评测体系。否则概念越长越多，最后又变成另一套维护负担。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少建新概念，能并入就并入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不照搬LLM Wiki的工程范式，只吸收三个核心思想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83080"/>
            <a:ext cx="1645920" cy="320040"/>
          </a:xfrm>
          <a:prstGeom prst="roundRect">
            <a:avLst>
              <a:gd name="adj" fmla="val 8571"/>
            </a:avLst>
          </a:prstGeom>
          <a:solidFill>
            <a:srgbClr val="A8793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知识要持久化，不要只停留在聊天记录里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沉淀为Markdown文档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47472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783080"/>
            <a:ext cx="1645920" cy="320040"/>
          </a:xfrm>
          <a:prstGeom prst="roundRect">
            <a:avLst>
              <a:gd name="adj" fmla="val 8571"/>
            </a:avLst>
          </a:prstGeom>
          <a:solidFill>
            <a:srgbClr val="A87932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原始资料要被结构化提炼，而不是简单堆进去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按项目框架整理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47472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1783080"/>
            <a:ext cx="1645920" cy="320040"/>
          </a:xfrm>
          <a:prstGeom prst="roundRect">
            <a:avLst>
              <a:gd name="adj" fmla="val 8571"/>
            </a:avLst>
          </a:prstGeom>
          <a:solidFill>
            <a:srgbClr val="A8793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可被AI读取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知识库要能被后续AI继续读取和使用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9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保持Markdown格式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AFAF8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我的适配：不做通用知识图谱，聚焦职业经历和能力沉淀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用LLM Wiki的思想，做职业经历版本的知识库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知识库是双轴系统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645920"/>
            <a:ext cx="27432" cy="320040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6" name="Text 4"/>
          <p:cNvSpPr/>
          <p:nvPr/>
        </p:nvSpPr>
        <p:spPr>
          <a:xfrm rot="16200000">
            <a:off x="548640" y="292608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项目和能力成长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4846320"/>
            <a:ext cx="5029200" cy="27432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外部知识吸收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3200400"/>
            <a:ext cx="365760" cy="365760"/>
          </a:xfrm>
          <a:prstGeom prst="ellipse">
            <a:avLst/>
          </a:prstGeom>
          <a:solidFill>
            <a:srgbClr val="A87932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3840480"/>
            <a:ext cx="457200" cy="457200"/>
          </a:xfrm>
          <a:prstGeom prst="ellipse">
            <a:avLst/>
          </a:prstGeom>
          <a:solidFill>
            <a:srgbClr val="A879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560320"/>
            <a:ext cx="320040" cy="320040"/>
          </a:xfrm>
          <a:prstGeom prst="ellipse">
            <a:avLst/>
          </a:prstGeom>
          <a:solidFill>
            <a:srgbClr val="A8793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1645920"/>
            <a:ext cx="4327855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每个项目沉淀成框架文档，最后汇总到能力主轴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外部经验不是简单收藏，而是判断它能补到纵轴的什么位置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不只是档案，而是持续吸收的系统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入口少一点，节奏固定一点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2926080" cy="365760"/>
          </a:xfrm>
          <a:prstGeom prst="roundRect">
            <a:avLst>
              <a:gd name="adj" fmla="val 7500"/>
            </a:avLst>
          </a:prstGeom>
          <a:solidFill>
            <a:srgbClr val="A879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新资料先进参考区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先判断类别再进主线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74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83080"/>
            <a:ext cx="2926080" cy="365760"/>
          </a:xfrm>
          <a:prstGeom prst="roundRect">
            <a:avLst>
              <a:gd name="adj" fmla="val 7500"/>
            </a:avLst>
          </a:prstGeom>
          <a:solidFill>
            <a:srgbClr val="A8793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定期清洁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月度检查更新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474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783080"/>
            <a:ext cx="2926080" cy="365760"/>
          </a:xfrm>
          <a:prstGeom prst="roundRect">
            <a:avLst>
              <a:gd name="adj" fmla="val 7500"/>
            </a:avLst>
          </a:prstGeom>
          <a:solidFill>
            <a:srgbClr val="A87932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AI角色固定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AI佐证，人拍板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A8793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  知识库是持续对齐的系统，不是写完就结束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505" y="1371600"/>
            <a:ext cx="3657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知识库最重要的不是存了多少，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而是需要时能否立刻串联证据、逻辑和素材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如果能，它就不只是仓库。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它就是我的工作记忆。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7505" y="5303520"/>
            <a:ext cx="3657600" cy="18288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如无必要勿增实体</dc:title>
  <dc:subject>个人知识管理方法论</dc:subject>
  <dc:creator>CyberPPT</dc:creator>
  <cp:lastModifiedBy>CyberPPT</cp:lastModifiedBy>
  <cp:revision>1</cp:revision>
  <dcterms:created xsi:type="dcterms:W3CDTF">2026-07-02T13:07:25Z</dcterms:created>
  <dcterms:modified xsi:type="dcterms:W3CDTF">2026-07-02T13:07:25Z</dcterms:modified>
</cp:coreProperties>
</file>