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spc="-2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当你感觉"不对"的时候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spc="-2" kern="0" dirty="0">
                <a:solidFill>
                  <a:srgbClr val="C83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听不见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2860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3D3C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 Dwarkesh × Grant Sanderson 的对话出发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3D3C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重新理解人机协作中"判断力"的稀缺性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Dwarkesh Podcast × Grant Sanderson (3Blue1Brown)  ·  "AI and the Future of Math"  ·  2026.06.30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8000" kern="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N° 01 /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不是"会"或"不会"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——而是锯齿状的前沿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0" kern="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IMO 成绩单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几何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340864"/>
            <a:ext cx="3657600" cy="164592"/>
          </a:xfrm>
          <a:prstGeom prst="rect">
            <a:avLst/>
          </a:prstGeom>
          <a:solidFill>
            <a:srgbClr val="D6D2C8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340864"/>
            <a:ext cx="3657600" cy="164592"/>
          </a:xfrm>
          <a:prstGeom prst="rect">
            <a:avLst/>
          </a:prstGeom>
          <a:solidFill>
            <a:srgbClr val="2E5C3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286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19秒解出 (2024)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2843784"/>
            <a:ext cx="3657600" cy="164592"/>
          </a:xfrm>
          <a:prstGeom prst="rect">
            <a:avLst/>
          </a:prstGeom>
          <a:solidFill>
            <a:srgbClr val="D6D2C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2843784"/>
            <a:ext cx="3135086" cy="164592"/>
          </a:xfrm>
          <a:prstGeom prst="rect">
            <a:avLst/>
          </a:prstGeom>
          <a:solidFill>
            <a:srgbClr val="2E5C3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788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已解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代数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3346704"/>
            <a:ext cx="3657600" cy="164592"/>
          </a:xfrm>
          <a:prstGeom prst="rect">
            <a:avLst/>
          </a:prstGeom>
          <a:solidFill>
            <a:srgbClr val="D6D2C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3346704"/>
            <a:ext cx="2090057" cy="164592"/>
          </a:xfrm>
          <a:prstGeom prst="rect">
            <a:avLst/>
          </a:prstGeom>
          <a:solidFill>
            <a:srgbClr val="A07828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291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7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部分解出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3849624"/>
            <a:ext cx="3657600" cy="164592"/>
          </a:xfrm>
          <a:prstGeom prst="rect">
            <a:avLst/>
          </a:prstGeom>
          <a:solidFill>
            <a:srgbClr val="D6D2C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3849624"/>
            <a:ext cx="1045029" cy="164592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Wild card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1828800"/>
            <a:ext cx="5943600" cy="457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1828800"/>
            <a:ext cx="73152" cy="4572000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20116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dirty secret with the IMO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that you really can train for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lot of them. Geometry, it just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solves it in nineteen seconds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since 2024 because it's a brute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 solver."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5303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7A78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这种"锯齿"在放大后依然存在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7A78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数学内部也没有被均匀攻破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5852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0" kern="0" dirty="0">
                <a:solidFill>
                  <a:srgbClr val="FFFFFF">
                    <a:alpha val="4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Grant Sanderson, Dwarkesh Podcast, 00:00:00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三种数学突破的形态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只能加速其中一种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11880" cy="73152"/>
          </a:xfrm>
          <a:prstGeom prst="rect">
            <a:avLst/>
          </a:prstGeom>
          <a:solidFill>
            <a:srgbClr val="2E5C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⚡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Lightning Bolt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闪电连接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3429000"/>
            <a:ext cx="548640" cy="0"/>
          </a:xfrm>
          <a:prstGeom prst="line">
            <a:avLst/>
          </a:prstGeom>
          <a:noFill/>
          <a:ln w="12700">
            <a:solidFill>
              <a:srgbClr val="2E5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661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两个已知域之间的"巧合相似性"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57200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例：Montgomery 的 z 函数零点公式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在 Dyson 眼中正是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Hermitian 矩阵特征值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的统计规律（随机矩阵理论）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一顿午餐催生深远猜想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6035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天然擅长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本来就是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"知道所有领域的专家"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611880" cy="73152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0116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⛰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34840" y="26060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Mountain Building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造山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34840" y="3429000"/>
            <a:ext cx="54864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35661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必须构建一套全新的理论框架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才能表达问题本身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457200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例：Lagrange → Abel → Galois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"再看抽象一层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不是公式本身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是公式背后的对称性"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论文被拒5次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死后20年才被读懂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6035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需要"百年验证循环"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RL 奖励信号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无法穿越这个时间尺度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6B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20116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3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⛓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275320" y="26060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Raw Hustle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蛮力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275320" y="3429000"/>
            <a:ext cx="548640" cy="0"/>
          </a:xfrm>
          <a:prstGeom prst="line">
            <a:avLst/>
          </a:prstGeom>
          <a:noFill/>
          <a:ln w="12700">
            <a:solidFill>
              <a:srgbClr val="6B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35661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千页级机器可读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但人难理解的证明链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75320" y="457200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例：费马大定理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不存在初等证明的道路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如果真有 short proof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早被人类发现了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"没消化的正确"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也是一种风险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6035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B3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结果可能正确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B3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但人类的"理解"过程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B3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可能会断裂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最深的洞见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需要 100 年才能被验证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11155680" cy="0"/>
          </a:xfrm>
          <a:prstGeom prst="line">
            <a:avLst/>
          </a:prstGeom>
          <a:noFill/>
          <a:ln w="19050">
            <a:solidFill>
              <a:srgbClr val="C83E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17520"/>
            <a:ext cx="182880" cy="18288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18288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1770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-18288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Lagrange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88336" y="3017520"/>
            <a:ext cx="182880" cy="18288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48256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19472" y="3017520"/>
            <a:ext cx="182880" cy="182880"/>
          </a:xfrm>
          <a:prstGeom prst="ellipse">
            <a:avLst/>
          </a:prstGeom>
          <a:solidFill>
            <a:srgbClr val="C83E2D"/>
          </a:solidFill>
          <a:ln w="6350">
            <a:solidFill>
              <a:srgbClr val="C83E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1832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79392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Galois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3977640"/>
            <a:ext cx="164592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17" name="Shape 15"/>
          <p:cNvSpPr/>
          <p:nvPr/>
        </p:nvSpPr>
        <p:spPr>
          <a:xfrm>
            <a:off x="7150608" y="3017520"/>
            <a:ext cx="182880" cy="18288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1860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10528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Liouville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81744" y="3017520"/>
            <a:ext cx="182880" cy="18288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41664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1870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41664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612880" y="3017520"/>
            <a:ext cx="182880" cy="18288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1962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Gell-Mann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Lagrange → Abel → Galois：一群天才前后耗时 60 年搭建群论；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Liouville 在 Galois 死后 20 年发现笔记价值 → Jordan 写出完整理论 → Gell-Mann 200年后用群论预测夸克。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verification loop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conceptual breakthroughs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be a century long."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这恰好是 RL 的 "reward 信号" 无法工作的场景：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你既不能等到 100 年后再给奖励，也无法确定这 100 年里同行评议就不会错判。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0" kern="0" dirty="0">
                <a:solidFill>
                  <a:srgbClr val="FFFFFF">
                    <a:alpha val="5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Dwarkesh × Sanderson, 00:11:32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"奖赏-惩罚"机制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在这里会断裂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① 编程：即时验证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57200" cy="0"/>
          </a:xfrm>
          <a:prstGeom prst="line">
            <a:avLst/>
          </a:prstGeom>
          <a:noFill/>
          <a:ln w="12700">
            <a:solidFill>
              <a:srgbClr val="2E5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写代码 → 跑 → 结果对错即现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reward 信号实时产生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模型能快速迭代优化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本质：短周期 · 可量化 · source of truth 确定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0" cy="4572000"/>
          </a:xfrm>
          <a:prstGeom prst="line">
            <a:avLst/>
          </a:prstGeom>
          <a:noFill/>
          <a:ln w="12700">
            <a:solidFill>
              <a:srgbClr val="D6D2C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63640" y="1828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② 造山：百年验证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45720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3317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直觉 → 论文 → 被拒 → 死后 N 年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读懂 → 再 N 年 → 物理学跟进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等到 200 年后才被验证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3566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本质：长周期 · 不可量化 · reward 信号是 "No good"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1737360"/>
            <a:ext cx="914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0" kern="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  望月新一的 abc 猜想证明 — "Inter-universal geometry" — 一种"外星数学"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数学界爬了多年的山，最后发现不对；平行对照：Copernicus vs Ptolemy — 日心说初期反而不准但认识论更优越 → 这种"好但暂时不准" 无法放进 RL reward 函数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RLVR 训练：奖励短期可验证的结果  vs  Galois 式洞见 需要等 200 年才在粒子物理中兑现价值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大多数人在纠偏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不是在判断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0" kern="0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PREFERENCE  偏好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显性的主观倾向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274320" cy="0"/>
          </a:xfrm>
          <a:prstGeom prst="line">
            <a:avLst/>
          </a:prstGeom>
          <a:noFill/>
          <a:ln w="12700">
            <a:solidFill>
              <a:srgbClr val="2E5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我喜欢什么风格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926080"/>
            <a:ext cx="274320" cy="0"/>
          </a:xfrm>
          <a:prstGeom prst="line">
            <a:avLst/>
          </a:prstGeom>
          <a:noFill/>
          <a:ln w="12700">
            <a:solidFill>
              <a:srgbClr val="2E5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34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不喜欢什么语气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246120"/>
            <a:ext cx="274320" cy="0"/>
          </a:xfrm>
          <a:prstGeom prst="line">
            <a:avLst/>
          </a:prstGeom>
          <a:noFill/>
          <a:ln w="12700">
            <a:solidFill>
              <a:srgbClr val="2E5C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倾向什么表达形式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极易被 AI 捕捉学习 → 单次调整即可见效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1737360"/>
            <a:ext cx="0" cy="2743200"/>
          </a:xfrm>
          <a:prstGeom prst="line">
            <a:avLst/>
          </a:prstGeom>
          <a:noFill/>
          <a:ln w="9525">
            <a:solidFill>
              <a:srgbClr val="D6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737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0" kern="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INTUITION  直觉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2103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高压缩的隐性判断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35040" y="2606040"/>
            <a:ext cx="27432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514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"感觉不对"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926080"/>
            <a:ext cx="27432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834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无法直接陈述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3246120"/>
            <a:ext cx="27432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154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大量关键决策的起点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35661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无法直接被 AI 理解 → 必须就"感觉不对"向下追问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错误循环：把直觉当偏好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1554480" cy="411480"/>
          </a:xfrm>
          <a:prstGeom prst="rect">
            <a:avLst/>
          </a:prstGeom>
          <a:solidFill>
            <a:srgbClr val="F7F5EE"/>
          </a:solidFill>
          <a:ln w="9525">
            <a:solidFill>
              <a:srgbClr val="2E5C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00016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输出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29968" y="4860036"/>
            <a:ext cx="219456" cy="0"/>
          </a:xfrm>
          <a:prstGeom prst="line">
            <a:avLst/>
          </a:prstGeom>
          <a:noFill/>
          <a:ln w="12700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286000" y="4663440"/>
            <a:ext cx="1554480" cy="411480"/>
          </a:xfrm>
          <a:prstGeom prst="rect">
            <a:avLst/>
          </a:prstGeom>
          <a:solidFill>
            <a:srgbClr val="F7F5EE"/>
          </a:solidFill>
          <a:ln w="9525">
            <a:solidFill>
              <a:srgbClr val="C83E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4700016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"感觉不对"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58768" y="4860036"/>
            <a:ext cx="219456" cy="0"/>
          </a:xfrm>
          <a:prstGeom prst="line">
            <a:avLst/>
          </a:prstGeom>
          <a:noFill/>
          <a:ln w="12700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840480" y="4663440"/>
            <a:ext cx="1554480" cy="411480"/>
          </a:xfrm>
          <a:prstGeom prst="rect">
            <a:avLst/>
          </a:prstGeom>
          <a:solidFill>
            <a:srgbClr val="F7F5EE"/>
          </a:solidFill>
          <a:ln w="9525">
            <a:solidFill>
              <a:srgbClr val="2E5C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4700016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纠偏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13248" y="4860036"/>
            <a:ext cx="219456" cy="0"/>
          </a:xfrm>
          <a:prstGeom prst="line">
            <a:avLst/>
          </a:prstGeom>
          <a:noFill/>
          <a:ln w="12700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212080" y="4663440"/>
            <a:ext cx="1554480" cy="411480"/>
          </a:xfrm>
          <a:prstGeom prst="rect">
            <a:avLst/>
          </a:prstGeom>
          <a:solidFill>
            <a:srgbClr val="F7F5EE"/>
          </a:solidFill>
          <a:ln w="9525">
            <a:solidFill>
              <a:srgbClr val="C83E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4700016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新输出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84848" y="4860036"/>
            <a:ext cx="219456" cy="0"/>
          </a:xfrm>
          <a:prstGeom prst="line">
            <a:avLst/>
          </a:prstGeom>
          <a:noFill/>
          <a:ln w="12700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766560" y="4663440"/>
            <a:ext cx="1554480" cy="411480"/>
          </a:xfrm>
          <a:prstGeom prst="rect">
            <a:avLst/>
          </a:prstGeom>
          <a:solidFill>
            <a:srgbClr val="F7F5EE"/>
          </a:solidFill>
          <a:ln w="9525">
            <a:solidFill>
              <a:srgbClr val="2E5C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4700016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"还是不对"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39328" y="4860036"/>
            <a:ext cx="219456" cy="0"/>
          </a:xfrm>
          <a:prstGeom prst="line">
            <a:avLst/>
          </a:prstGeom>
          <a:noFill/>
          <a:ln w="12700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229600" y="4663440"/>
            <a:ext cx="1554480" cy="411480"/>
          </a:xfrm>
          <a:prstGeom prst="rect">
            <a:avLst/>
          </a:prstGeom>
          <a:solidFill>
            <a:srgbClr val="F7F5EE"/>
          </a:solidFill>
          <a:ln w="9525">
            <a:solidFill>
              <a:srgbClr val="C83E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4700016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纠偏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058400" y="4617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⟲ 循环无沉淀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5532120"/>
            <a:ext cx="1097280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669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唯一出路：把模糊感受"向下深挖" → 为什么不对 → 背后逻辑 → 什么时候重新评估 → 才能把单次纠偏变成可复用的判断样本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复刻了结果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但丢失了取舍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0" kern="0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VISIBLE  AI 可见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最终的表达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79192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被保留的段落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26664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表格里的数据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74136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定稿的标题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21608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图形的构图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引文的出处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737360"/>
            <a:ext cx="5943600" cy="4389120"/>
          </a:xfrm>
          <a:prstGeom prst="rect">
            <a:avLst/>
          </a:prstGeom>
          <a:solidFill>
            <a:srgbClr val="FFF3F0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18745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0" kern="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INVISIBLE  AI 不可见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331720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为什么砍掉另一个方向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267919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为什么保留这段表达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3026664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为什么这个完整答案是错的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3374136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为什么标题应改成这样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721608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为什么用这个词而不用那个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4069080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……这些才是核心资产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看到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4754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丢失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2823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被遗漏的隐性判断，是人机协作中最值得"开采"的核心资产；提取它们 = 把"炼丹"变成"积累"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个人判断档案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问解压缩你的直觉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371600"/>
          </a:xfrm>
          <a:prstGeom prst="rect">
            <a:avLst/>
          </a:prstGeom>
          <a:solidFill>
            <a:srgbClr val="2E5C3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019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我否定了什么？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365760" cy="0"/>
          </a:xfrm>
          <a:prstGeom prst="line">
            <a:avLst/>
          </a:prstGeom>
          <a:noFill/>
          <a:ln w="12700">
            <a:solidFill>
              <a:srgbClr val="2E5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被排除的方案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方向、表达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沉淀时机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61488" y="3840480"/>
            <a:ext cx="237744" cy="0"/>
          </a:xfrm>
          <a:prstGeom prst="line">
            <a:avLst/>
          </a:prstGeom>
          <a:noFill/>
          <a:ln w="9525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17520" y="1828800"/>
            <a:ext cx="2103120" cy="1371600"/>
          </a:xfrm>
          <a:prstGeom prst="rect">
            <a:avLst/>
          </a:prstGeom>
          <a:solidFill>
            <a:srgbClr val="A07828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9019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154680" y="25420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为什么否定？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337560"/>
            <a:ext cx="365760" cy="0"/>
          </a:xfrm>
          <a:prstGeom prst="line">
            <a:avLst/>
          </a:prstGeom>
          <a:noFill/>
          <a:ln w="12700">
            <a:solidFill>
              <a:srgbClr val="A07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定位偏差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表达不适配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受众不匹配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深挖原因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38928" y="3840480"/>
            <a:ext cx="237744" cy="0"/>
          </a:xfrm>
          <a:prstGeom prst="line">
            <a:avLst/>
          </a:prstGeom>
          <a:noFill/>
          <a:ln w="9525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0" y="1828800"/>
            <a:ext cx="2103120" cy="1371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19019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532120" y="25420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我保留了什么？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3337560"/>
            <a:ext cx="36576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优质内容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的核心特征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变成正样本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16368" y="3840480"/>
            <a:ext cx="237744" cy="0"/>
          </a:xfrm>
          <a:prstGeom prst="line">
            <a:avLst/>
          </a:prstGeom>
          <a:noFill/>
          <a:ln w="9525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72400" y="1828800"/>
            <a:ext cx="2103120" cy="1371600"/>
          </a:xfrm>
          <a:prstGeom prst="rect">
            <a:avLst/>
          </a:prstGeom>
          <a:solidFill>
            <a:srgbClr val="6B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9019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909560" y="25420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真正关心的本质？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09560" y="3337560"/>
            <a:ext cx="365760" cy="0"/>
          </a:xfrm>
          <a:prstGeom prst="line">
            <a:avLst/>
          </a:prstGeom>
          <a:noFill/>
          <a:ln w="12700">
            <a:solidFill>
              <a:srgbClr val="6B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穿透表层需求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锚定核心诉求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回到起点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93808" y="3840480"/>
            <a:ext cx="237744" cy="0"/>
          </a:xfrm>
          <a:prstGeom prst="line">
            <a:avLst/>
          </a:prstGeom>
          <a:noFill/>
          <a:ln w="9525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49840" y="1828800"/>
            <a:ext cx="2103120" cy="1371600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1" name="Text 29"/>
          <p:cNvSpPr/>
          <p:nvPr/>
        </p:nvSpPr>
        <p:spPr>
          <a:xfrm>
            <a:off x="10149840" y="19019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10287000" y="25420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下次避免什么？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287000" y="3337560"/>
            <a:ext cx="36576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87000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收敛成可复用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的避坑经验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形成闭环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63640"/>
            <a:ext cx="10972800" cy="0"/>
          </a:xfrm>
          <a:prstGeom prst="line">
            <a:avLst/>
          </a:prstGeom>
          <a:noFill/>
          <a:ln w="6350">
            <a:solidFill>
              <a:srgbClr val="D6D2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关键区别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202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内容总结 = 压缩归档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6355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判断样本 = 保留决策方式本身 → 让 AI 学会你怎么想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你的策展密度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AI 可能性空间的乘数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最终价值  =  AI 可能性空间  x  人类策展+判断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84048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并行生成大量不同路径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不同结构 / 不同切口 / 不同表达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这些可能性本身不直接产生价值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人类端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26480" y="30175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从平行方案中筛选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砍掉不合适的方向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保留真正重要的表达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价值跃迁完全依赖这一步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972800" cy="0"/>
          </a:xfrm>
          <a:prstGeom prst="line">
            <a:avLst/>
          </a:prstGeom>
          <a:noFill/>
          <a:ln w="6350">
            <a:solidFill>
              <a:srgbClr val="D6D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认知鸿沟三阶梯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7873">
                    <a:alpha val="8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听懂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基础理解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77640" y="5486400"/>
            <a:ext cx="457200" cy="0"/>
          </a:xfrm>
          <a:prstGeom prst="line">
            <a:avLst/>
          </a:prstGeom>
          <a:noFill/>
          <a:ln w="12700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480560" y="5212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07828">
                    <a:alpha val="8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48056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07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说明白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8056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清晰表达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5486400"/>
            <a:ext cx="457200" cy="0"/>
          </a:xfrm>
          <a:prstGeom prst="line">
            <a:avLst/>
          </a:prstGeom>
          <a:noFill/>
          <a:ln w="12700">
            <a:solidFill>
              <a:srgbClr val="D6D2C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321040" y="5212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3E2D">
                    <a:alpha val="8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32104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让别人听懂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2104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找到受众的认知入口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数学家最终的形态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是策展人，不是解题者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1691640"/>
            <a:ext cx="8686800" cy="2926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691640"/>
            <a:ext cx="73152" cy="2926080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8745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mathematicians will end up being</a:t>
            </a:r>
            <a:endParaRPr lang="en-US" sz="2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actually more analogous to</a:t>
            </a:r>
            <a:endParaRPr lang="en-US" sz="2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museum curators</a:t>
            </a:r>
            <a:endParaRPr lang="en-US" sz="2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 anything else."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3657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7A78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数学家最终的工作不是解题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7A78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而是像美术馆策展人一样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7A78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在无限可能中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7A78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挑出"值得被看见的作品"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0" kern="0" dirty="0">
                <a:solidFill>
                  <a:srgbClr val="FFFFFF">
                    <a:alpha val="4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Grant Sanderson, Dwarkesh Podcast, ~00:28:00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A7873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4400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0" kern="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S-Tier Career Advice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0" y="2057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(Grant Sanderson, 01:23:00)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0" y="2423160"/>
            <a:ext cx="457200" cy="0"/>
          </a:xfrm>
          <a:prstGeom prst="line">
            <a:avLst/>
          </a:prstGeom>
          <a:noFill/>
          <a:ln w="19050">
            <a:solidFill>
              <a:srgbClr val="C83E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5603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should understand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money is coming from,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value you are actually adding,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connection between those two.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think often a surprisingly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amount of thought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put towards that."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0" y="4251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0" kern="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Soleio 转引, X 3.3万赞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在无限可能中挑出"值得被看见的作品" —— 策展人是人类最后的不可替代角色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原始访谈结构 — 8 个议题 · 1小时33分钟 · 参考 Terence Tao 访谈 (2026.03.20)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下一步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从下一次对话开始，留下判断的"化石"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66160" cy="1371600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299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每次协作结束时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花 2 分钟回答 5 个问题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36576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66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变成肌肉记忆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不是附加任务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566160" cy="1371600"/>
          </a:xfrm>
          <a:prstGeom prst="rect">
            <a:avLst/>
          </a:prstGeom>
          <a:solidFill>
            <a:srgbClr val="2E5C3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299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93776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不要只保存最终版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保存"我否定了什么 + 为什么"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474720"/>
            <a:ext cx="365760" cy="0"/>
          </a:xfrm>
          <a:prstGeom prst="line">
            <a:avLst/>
          </a:prstGeom>
          <a:noFill/>
          <a:ln w="12700">
            <a:solidFill>
              <a:srgbClr val="2E5C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566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这才是真正的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E5C3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学习证据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69680" y="1920240"/>
            <a:ext cx="3566160" cy="1371600"/>
          </a:xfrm>
          <a:prstGeom prst="rect">
            <a:avLst/>
          </a:prstGeom>
          <a:solidFill>
            <a:srgbClr val="6B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0" y="20299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③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5256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逐步把 AI 从工具变成学徒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它能调用的判断样本越丰富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3474720"/>
            <a:ext cx="365760" cy="0"/>
          </a:xfrm>
          <a:prstGeom prst="line">
            <a:avLst/>
          </a:prstGeom>
          <a:noFill/>
          <a:ln w="12700">
            <a:solidFill>
              <a:srgbClr val="6B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3566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B3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量变 → 质变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B3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审美同步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B3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真正发生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669280"/>
            <a:ext cx="1097280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从"改内容"升级到"炼判断"：每一次对话结束后，留下判断的化石，而非只存档终稿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6576"/>
          </a:xfrm>
          <a:prstGeom prst="rect">
            <a:avLst/>
          </a:prstGeom>
          <a:solidFill>
            <a:srgbClr val="C83E2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出处 &amp; 延伸阅读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0"/>
          </a:xfrm>
          <a:prstGeom prst="line">
            <a:avLst/>
          </a:prstGeom>
          <a:noFill/>
          <a:ln w="12700">
            <a:solidFill>
              <a:srgbClr val="C83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0" kern="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Dwarkesh Podcast x Grant Sanderson (3Blue1Brown)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"AI and the Future of Math"  ·  2026.06.30  ·  1h33m  ·  8 topics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URL: dwarkesh.com/p/grant-sanderson-2  ·  youtube.com/watch?v=TfyPshgMbug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00:00  AI is discovering new proofs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00:11  Verification loop: a century long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00:26  Would we understand an AI proof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00:38  Hidden bridges between fields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00:53  Why real-world tasks don't fit RL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01:07  Writing needs theory of mind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C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01:16  Learning depends on human curation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3108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0" kern="0" dirty="0">
                <a:solidFill>
                  <a:srgbClr val="C83E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 REFERENCES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Dwarkesh x Terence Tao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2026.03.20, "Kepler, Newton, and mathematical discovery"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Grant x Jane Street Mathematicians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3b1b.co/janestreet, Jane Street 访谈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Erdos Unit Distance disproof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arXiv:2605.20695 (9 co-authors)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Grant: "AI that solved IMO"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Substack, 2025.08.17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本 PPT 内容基于 Dwarkesh Patel 对 Grant Sanderson (3Blue1Brown) 的访谈 (2026.06.30) + 原素材  ·  视觉: 瑞士国际主义 x 编辑杂志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0" kern="0" dirty="0">
                <a:solidFill>
                  <a:srgbClr val="7A78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METHODOLOGY  ·  CyberPPT Skill (MBB + Hybrid PPTX)  ·  Design based on Swiss International Typographic Style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判断力与AI协作 v2</dc:title>
  <dc:subject>PptxGenJS Presentation</dc:subject>
  <dc:creator>From Dwarkesh × Grant Sanderson</dc:creator>
  <cp:lastModifiedBy>From Dwarkesh × Grant Sanderson</cp:lastModifiedBy>
  <cp:revision>1</cp:revision>
  <dcterms:created xsi:type="dcterms:W3CDTF">2026-07-04T07:27:32Z</dcterms:created>
  <dcterms:modified xsi:type="dcterms:W3CDTF">2026-07-04T07:27:32Z</dcterms:modified>
</cp:coreProperties>
</file>