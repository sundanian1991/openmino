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9" r:id="rId4"/>
    <p:sldMasterId id="2147483698" r:id="rId5"/>
    <p:sldMasterId id="2147483717" r:id="rId6"/>
    <p:sldMasterId id="2147483736" r:id="rId7"/>
    <p:sldMasterId id="2147483755" r:id="rId8"/>
    <p:sldMasterId id="2147483774" r:id="rId9"/>
    <p:sldMasterId id="2147483793" r:id="rId10"/>
    <p:sldMasterId id="2147483812" r:id="rId11"/>
  </p:sldMasterIdLst>
  <p:notesMasterIdLst>
    <p:notesMasterId r:id="rId24"/>
  </p:notesMasterIdLst>
  <p:sldIdLst>
    <p:sldId id="258" r:id="rId12"/>
    <p:sldId id="260" r:id="rId13"/>
    <p:sldId id="267" r:id="rId14"/>
    <p:sldId id="263" r:id="rId15"/>
    <p:sldId id="264" r:id="rId16"/>
    <p:sldId id="265" r:id="rId17"/>
    <p:sldId id="266" r:id="rId18"/>
    <p:sldId id="268" r:id="rId19"/>
    <p:sldId id="271" r:id="rId20"/>
    <p:sldId id="270" r:id="rId21"/>
    <p:sldId id="272" r:id="rId22"/>
    <p:sldId id="274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59" d="100"/>
          <a:sy n="59" d="100"/>
        </p:scale>
        <p:origin x="940" y="52"/>
      </p:cViewPr>
      <p:guideLst>
        <p:guide orient="horz" pos="2132"/>
        <p:guide pos="38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8" Type="http://schemas.openxmlformats.org/officeDocument/2006/relationships/tags" Target="tags/tag11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image" Target="../media/image1.png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image" Target="../media/image2.png"/><Relationship Id="rId5" Type="http://schemas.openxmlformats.org/officeDocument/2006/relationships/tags" Target="../tags/tag9.xml"/><Relationship Id="rId6" Type="http://schemas.openxmlformats.org/officeDocument/2006/relationships/tags" Target="../tags/tag10.xml"/><Relationship Id="rId7" Type="http://schemas.openxmlformats.org/officeDocument/2006/relationships/tags" Target="../tags/tag1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tags" Target="../tags/tag14.xml"/><Relationship Id="rId5" Type="http://schemas.openxmlformats.org/officeDocument/2006/relationships/image" Target="../media/image3.png"/><Relationship Id="rId6" Type="http://schemas.openxmlformats.org/officeDocument/2006/relationships/tags" Target="../tags/tag15.xml"/><Relationship Id="rId7" Type="http://schemas.openxmlformats.org/officeDocument/2006/relationships/tags" Target="../tags/tag16.xml"/><Relationship Id="rId8" Type="http://schemas.openxmlformats.org/officeDocument/2006/relationships/tags" Target="../tags/tag17.xml"/><Relationship Id="rId9" Type="http://schemas.openxmlformats.org/officeDocument/2006/relationships/tags" Target="../tags/tag18.xml"/><Relationship Id="rId10" Type="http://schemas.openxmlformats.org/officeDocument/2006/relationships/tags" Target="../tags/tag19.xml"/><Relationship Id="rId11" Type="http://schemas.openxmlformats.org/officeDocument/2006/relationships/tags" Target="../tags/tag20.xml"/><Relationship Id="rId12" Type="http://schemas.openxmlformats.org/officeDocument/2006/relationships/tags" Target="../tags/tag2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Relationship Id="rId8" Type="http://schemas.openxmlformats.org/officeDocument/2006/relationships/tags" Target="../tags/tag34.xml"/><Relationship Id="rId9" Type="http://schemas.openxmlformats.org/officeDocument/2006/relationships/tags" Target="../tags/tag3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3" Type="http://schemas.openxmlformats.org/officeDocument/2006/relationships/tags" Target="../tags/tag37.xml"/><Relationship Id="rId4" Type="http://schemas.openxmlformats.org/officeDocument/2006/relationships/tags" Target="../tags/tag38.xml"/><Relationship Id="rId5" Type="http://schemas.openxmlformats.org/officeDocument/2006/relationships/tags" Target="../tags/tag39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0.xml"/><Relationship Id="rId3" Type="http://schemas.openxmlformats.org/officeDocument/2006/relationships/image" Target="../media/image3.png"/><Relationship Id="rId4" Type="http://schemas.openxmlformats.org/officeDocument/2006/relationships/tags" Target="../tags/tag41.xml"/><Relationship Id="rId5" Type="http://schemas.openxmlformats.org/officeDocument/2006/relationships/tags" Target="../tags/tag42.xml"/><Relationship Id="rId6" Type="http://schemas.openxmlformats.org/officeDocument/2006/relationships/tags" Target="../tags/tag43.xml"/><Relationship Id="rId7" Type="http://schemas.openxmlformats.org/officeDocument/2006/relationships/tags" Target="../tags/tag4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tags" Target="../tags/tag50.xml"/><Relationship Id="rId8" Type="http://schemas.openxmlformats.org/officeDocument/2006/relationships/tags" Target="../tags/tag5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tags" Target="../tags/tag64.xml"/><Relationship Id="rId6" Type="http://schemas.openxmlformats.org/officeDocument/2006/relationships/tags" Target="../tags/tag6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tags" Target="../tags/tag66.xml"/><Relationship Id="rId4" Type="http://schemas.openxmlformats.org/officeDocument/2006/relationships/tags" Target="../tags/tag67.xml"/><Relationship Id="rId5" Type="http://schemas.openxmlformats.org/officeDocument/2006/relationships/tags" Target="../tags/tag68.xml"/><Relationship Id="rId6" Type="http://schemas.openxmlformats.org/officeDocument/2006/relationships/tags" Target="../tags/tag69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tags" Target="../tags/tag72.xml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tags" Target="../tags/tag7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tags" Target="../tags/tag76.xml"/><Relationship Id="rId4" Type="http://schemas.openxmlformats.org/officeDocument/2006/relationships/tags" Target="../tags/tag77.xml"/><Relationship Id="rId5" Type="http://schemas.openxmlformats.org/officeDocument/2006/relationships/tags" Target="../tags/tag78.xml"/><Relationship Id="rId6" Type="http://schemas.openxmlformats.org/officeDocument/2006/relationships/tags" Target="../tags/tag79.xml"/><Relationship Id="rId7" Type="http://schemas.openxmlformats.org/officeDocument/2006/relationships/tags" Target="../tags/tag80.xml"/><Relationship Id="rId8" Type="http://schemas.openxmlformats.org/officeDocument/2006/relationships/tags" Target="../tags/tag81.xml"/><Relationship Id="rId9" Type="http://schemas.openxmlformats.org/officeDocument/2006/relationships/tags" Target="../tags/tag8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tags" Target="../tags/tag83.xml"/><Relationship Id="rId4" Type="http://schemas.openxmlformats.org/officeDocument/2006/relationships/tags" Target="../tags/tag84.xml"/><Relationship Id="rId5" Type="http://schemas.openxmlformats.org/officeDocument/2006/relationships/tags" Target="../tags/tag85.xml"/><Relationship Id="rId6" Type="http://schemas.openxmlformats.org/officeDocument/2006/relationships/tags" Target="../tags/tag86.xml"/><Relationship Id="rId7" Type="http://schemas.openxmlformats.org/officeDocument/2006/relationships/tags" Target="../tags/tag87.xml"/><Relationship Id="rId8" Type="http://schemas.openxmlformats.org/officeDocument/2006/relationships/tags" Target="../tags/tag88.xml"/><Relationship Id="rId9" Type="http://schemas.openxmlformats.org/officeDocument/2006/relationships/tags" Target="../tags/tag89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tags" Target="../tags/tag90.xml"/><Relationship Id="rId4" Type="http://schemas.openxmlformats.org/officeDocument/2006/relationships/tags" Target="../tags/tag91.xml"/><Relationship Id="rId5" Type="http://schemas.openxmlformats.org/officeDocument/2006/relationships/tags" Target="../tags/tag92.xml"/><Relationship Id="rId6" Type="http://schemas.openxmlformats.org/officeDocument/2006/relationships/tags" Target="../tags/tag93.xml"/><Relationship Id="rId7" Type="http://schemas.openxmlformats.org/officeDocument/2006/relationships/tags" Target="../tags/tag94.xml"/><Relationship Id="rId8" Type="http://schemas.openxmlformats.org/officeDocument/2006/relationships/tags" Target="../tags/tag95.xml"/><Relationship Id="rId9" Type="http://schemas.openxmlformats.org/officeDocument/2006/relationships/tags" Target="../tags/tag96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tags" Target="../tags/tag97.xml"/><Relationship Id="rId4" Type="http://schemas.openxmlformats.org/officeDocument/2006/relationships/tags" Target="../tags/tag98.xml"/><Relationship Id="rId5" Type="http://schemas.openxmlformats.org/officeDocument/2006/relationships/tags" Target="../tags/tag99.xml"/><Relationship Id="rId6" Type="http://schemas.openxmlformats.org/officeDocument/2006/relationships/tags" Target="../tags/tag100.xml"/><Relationship Id="rId7" Type="http://schemas.openxmlformats.org/officeDocument/2006/relationships/tags" Target="../tags/tag101.xml"/><Relationship Id="rId8" Type="http://schemas.openxmlformats.org/officeDocument/2006/relationships/tags" Target="../tags/tag102.xml"/><Relationship Id="rId9" Type="http://schemas.openxmlformats.org/officeDocument/2006/relationships/tags" Target="../tags/tag103.xml"/><Relationship Id="rId10" Type="http://schemas.openxmlformats.org/officeDocument/2006/relationships/tags" Target="../tags/tag104.xml"/><Relationship Id="rId11" Type="http://schemas.openxmlformats.org/officeDocument/2006/relationships/tags" Target="../tags/tag10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tags" Target="../tags/tag106.xml"/><Relationship Id="rId4" Type="http://schemas.openxmlformats.org/officeDocument/2006/relationships/tags" Target="../tags/tag107.xml"/><Relationship Id="rId5" Type="http://schemas.openxmlformats.org/officeDocument/2006/relationships/tags" Target="../tags/tag108.xml"/><Relationship Id="rId6" Type="http://schemas.openxmlformats.org/officeDocument/2006/relationships/tags" Target="../tags/tag109.xml"/><Relationship Id="rId7" Type="http://schemas.openxmlformats.org/officeDocument/2006/relationships/tags" Target="../tags/tag110.xml"/><Relationship Id="rId8" Type="http://schemas.openxmlformats.org/officeDocument/2006/relationships/tags" Target="../tags/tag1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22.xml"/><Relationship Id="rId3" Type="http://schemas.openxmlformats.org/officeDocument/2006/relationships/image" Target="../media/image1.png"/><Relationship Id="rId4" Type="http://schemas.openxmlformats.org/officeDocument/2006/relationships/tags" Target="../tags/tag123.xml"/><Relationship Id="rId5" Type="http://schemas.openxmlformats.org/officeDocument/2006/relationships/tags" Target="../tags/tag124.xml"/><Relationship Id="rId6" Type="http://schemas.openxmlformats.org/officeDocument/2006/relationships/tags" Target="../tags/tag125.xml"/><Relationship Id="rId7" Type="http://schemas.openxmlformats.org/officeDocument/2006/relationships/tags" Target="../tags/tag126.xml"/><Relationship Id="rId8" Type="http://schemas.openxmlformats.org/officeDocument/2006/relationships/tags" Target="../tags/tag127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28.xml"/><Relationship Id="rId3" Type="http://schemas.openxmlformats.org/officeDocument/2006/relationships/tags" Target="../tags/tag129.xml"/><Relationship Id="rId4" Type="http://schemas.openxmlformats.org/officeDocument/2006/relationships/image" Target="../media/image2.png"/><Relationship Id="rId5" Type="http://schemas.openxmlformats.org/officeDocument/2006/relationships/tags" Target="../tags/tag130.xml"/><Relationship Id="rId6" Type="http://schemas.openxmlformats.org/officeDocument/2006/relationships/tags" Target="../tags/tag131.xml"/><Relationship Id="rId7" Type="http://schemas.openxmlformats.org/officeDocument/2006/relationships/tags" Target="../tags/tag13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33.xml"/><Relationship Id="rId3" Type="http://schemas.openxmlformats.org/officeDocument/2006/relationships/tags" Target="../tags/tag134.xml"/><Relationship Id="rId4" Type="http://schemas.openxmlformats.org/officeDocument/2006/relationships/tags" Target="../tags/tag135.xml"/><Relationship Id="rId5" Type="http://schemas.openxmlformats.org/officeDocument/2006/relationships/image" Target="../media/image3.png"/><Relationship Id="rId6" Type="http://schemas.openxmlformats.org/officeDocument/2006/relationships/tags" Target="../tags/tag136.xml"/><Relationship Id="rId7" Type="http://schemas.openxmlformats.org/officeDocument/2006/relationships/tags" Target="../tags/tag137.xml"/><Relationship Id="rId8" Type="http://schemas.openxmlformats.org/officeDocument/2006/relationships/tags" Target="../tags/tag138.xml"/><Relationship Id="rId9" Type="http://schemas.openxmlformats.org/officeDocument/2006/relationships/tags" Target="../tags/tag139.xml"/><Relationship Id="rId10" Type="http://schemas.openxmlformats.org/officeDocument/2006/relationships/tags" Target="../tags/tag140.xml"/><Relationship Id="rId11" Type="http://schemas.openxmlformats.org/officeDocument/2006/relationships/tags" Target="../tags/tag141.xml"/><Relationship Id="rId12" Type="http://schemas.openxmlformats.org/officeDocument/2006/relationships/tags" Target="../tags/tag14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43.xml"/><Relationship Id="rId3" Type="http://schemas.openxmlformats.org/officeDocument/2006/relationships/tags" Target="../tags/tag144.xml"/><Relationship Id="rId4" Type="http://schemas.openxmlformats.org/officeDocument/2006/relationships/tags" Target="../tags/tag145.xml"/><Relationship Id="rId5" Type="http://schemas.openxmlformats.org/officeDocument/2006/relationships/tags" Target="../tags/tag146.xml"/><Relationship Id="rId6" Type="http://schemas.openxmlformats.org/officeDocument/2006/relationships/tags" Target="../tags/tag147.xml"/><Relationship Id="rId7" Type="http://schemas.openxmlformats.org/officeDocument/2006/relationships/tags" Target="../tags/tag148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tags" Target="../tags/tag155.xml"/><Relationship Id="rId9" Type="http://schemas.openxmlformats.org/officeDocument/2006/relationships/tags" Target="../tags/tag15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57.xml"/><Relationship Id="rId3" Type="http://schemas.openxmlformats.org/officeDocument/2006/relationships/tags" Target="../tags/tag158.xml"/><Relationship Id="rId4" Type="http://schemas.openxmlformats.org/officeDocument/2006/relationships/tags" Target="../tags/tag159.xml"/><Relationship Id="rId5" Type="http://schemas.openxmlformats.org/officeDocument/2006/relationships/tags" Target="../tags/tag160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61.xml"/><Relationship Id="rId3" Type="http://schemas.openxmlformats.org/officeDocument/2006/relationships/image" Target="../media/image3.png"/><Relationship Id="rId4" Type="http://schemas.openxmlformats.org/officeDocument/2006/relationships/tags" Target="../tags/tag162.xml"/><Relationship Id="rId5" Type="http://schemas.openxmlformats.org/officeDocument/2006/relationships/tags" Target="../tags/tag163.xml"/><Relationship Id="rId6" Type="http://schemas.openxmlformats.org/officeDocument/2006/relationships/tags" Target="../tags/tag164.xml"/><Relationship Id="rId7" Type="http://schemas.openxmlformats.org/officeDocument/2006/relationships/tags" Target="../tags/tag16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66.xml"/><Relationship Id="rId3" Type="http://schemas.openxmlformats.org/officeDocument/2006/relationships/tags" Target="../tags/tag167.xml"/><Relationship Id="rId4" Type="http://schemas.openxmlformats.org/officeDocument/2006/relationships/tags" Target="../tags/tag168.xml"/><Relationship Id="rId5" Type="http://schemas.openxmlformats.org/officeDocument/2006/relationships/tags" Target="../tags/tag169.xml"/><Relationship Id="rId6" Type="http://schemas.openxmlformats.org/officeDocument/2006/relationships/tags" Target="../tags/tag170.xml"/><Relationship Id="rId7" Type="http://schemas.openxmlformats.org/officeDocument/2006/relationships/tags" Target="../tags/tag171.xml"/><Relationship Id="rId8" Type="http://schemas.openxmlformats.org/officeDocument/2006/relationships/tags" Target="../tags/tag17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tags" Target="../tags/tag175.xml"/><Relationship Id="rId5" Type="http://schemas.openxmlformats.org/officeDocument/2006/relationships/tags" Target="../tags/tag176.xml"/><Relationship Id="rId6" Type="http://schemas.openxmlformats.org/officeDocument/2006/relationships/tags" Target="../tags/tag17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78.xml"/><Relationship Id="rId3" Type="http://schemas.openxmlformats.org/officeDocument/2006/relationships/tags" Target="../tags/tag179.xml"/><Relationship Id="rId4" Type="http://schemas.openxmlformats.org/officeDocument/2006/relationships/tags" Target="../tags/tag180.xml"/><Relationship Id="rId5" Type="http://schemas.openxmlformats.org/officeDocument/2006/relationships/tags" Target="../tags/tag18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82.xml"/><Relationship Id="rId3" Type="http://schemas.openxmlformats.org/officeDocument/2006/relationships/tags" Target="../tags/tag183.xml"/><Relationship Id="rId4" Type="http://schemas.openxmlformats.org/officeDocument/2006/relationships/tags" Target="../tags/tag184.xml"/><Relationship Id="rId5" Type="http://schemas.openxmlformats.org/officeDocument/2006/relationships/tags" Target="../tags/tag185.xml"/><Relationship Id="rId6" Type="http://schemas.openxmlformats.org/officeDocument/2006/relationships/tags" Target="../tags/tag18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tags" Target="../tags/tag191.xml"/><Relationship Id="rId4" Type="http://schemas.openxmlformats.org/officeDocument/2006/relationships/tags" Target="../tags/tag192.xml"/><Relationship Id="rId5" Type="http://schemas.openxmlformats.org/officeDocument/2006/relationships/tags" Target="../tags/tag193.xml"/><Relationship Id="rId6" Type="http://schemas.openxmlformats.org/officeDocument/2006/relationships/tags" Target="../tags/tag194.xml"/><Relationship Id="rId7" Type="http://schemas.openxmlformats.org/officeDocument/2006/relationships/tags" Target="../tags/tag195.xml"/><Relationship Id="rId8" Type="http://schemas.openxmlformats.org/officeDocument/2006/relationships/tags" Target="../tags/tag19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tags" Target="../tags/tag199.xml"/><Relationship Id="rId6" Type="http://schemas.openxmlformats.org/officeDocument/2006/relationships/tags" Target="../tags/tag200.xml"/><Relationship Id="rId7" Type="http://schemas.openxmlformats.org/officeDocument/2006/relationships/tags" Target="../tags/tag201.xml"/><Relationship Id="rId8" Type="http://schemas.openxmlformats.org/officeDocument/2006/relationships/tags" Target="../tags/tag202.xml"/><Relationship Id="rId9" Type="http://schemas.openxmlformats.org/officeDocument/2006/relationships/tags" Target="../tags/tag20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tags" Target="../tags/tag209.xml"/><Relationship Id="rId9" Type="http://schemas.openxmlformats.org/officeDocument/2006/relationships/tags" Target="../tags/tag210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tags" Target="../tags/tag217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tags" Target="../tags/tag218.xml"/><Relationship Id="rId4" Type="http://schemas.openxmlformats.org/officeDocument/2006/relationships/tags" Target="../tags/tag219.xml"/><Relationship Id="rId5" Type="http://schemas.openxmlformats.org/officeDocument/2006/relationships/tags" Target="../tags/tag220.xml"/><Relationship Id="rId6" Type="http://schemas.openxmlformats.org/officeDocument/2006/relationships/tags" Target="../tags/tag221.xml"/><Relationship Id="rId7" Type="http://schemas.openxmlformats.org/officeDocument/2006/relationships/tags" Target="../tags/tag222.xml"/><Relationship Id="rId8" Type="http://schemas.openxmlformats.org/officeDocument/2006/relationships/tags" Target="../tags/tag223.xml"/><Relationship Id="rId9" Type="http://schemas.openxmlformats.org/officeDocument/2006/relationships/tags" Target="../tags/tag224.xml"/><Relationship Id="rId10" Type="http://schemas.openxmlformats.org/officeDocument/2006/relationships/tags" Target="../tags/tag225.xml"/><Relationship Id="rId11" Type="http://schemas.openxmlformats.org/officeDocument/2006/relationships/tags" Target="../tags/tag22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43.xml"/><Relationship Id="rId3" Type="http://schemas.openxmlformats.org/officeDocument/2006/relationships/image" Target="../media/image1.png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49.xml"/><Relationship Id="rId3" Type="http://schemas.openxmlformats.org/officeDocument/2006/relationships/tags" Target="../tags/tag250.xml"/><Relationship Id="rId4" Type="http://schemas.openxmlformats.org/officeDocument/2006/relationships/image" Target="../media/image2.png"/><Relationship Id="rId5" Type="http://schemas.openxmlformats.org/officeDocument/2006/relationships/tags" Target="../tags/tag251.xml"/><Relationship Id="rId6" Type="http://schemas.openxmlformats.org/officeDocument/2006/relationships/tags" Target="../tags/tag252.xml"/><Relationship Id="rId7" Type="http://schemas.openxmlformats.org/officeDocument/2006/relationships/tags" Target="../tags/tag25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image" Target="../media/image3.png"/><Relationship Id="rId6" Type="http://schemas.openxmlformats.org/officeDocument/2006/relationships/tags" Target="../tags/tag257.xml"/><Relationship Id="rId7" Type="http://schemas.openxmlformats.org/officeDocument/2006/relationships/tags" Target="../tags/tag258.xml"/><Relationship Id="rId8" Type="http://schemas.openxmlformats.org/officeDocument/2006/relationships/tags" Target="../tags/tag259.xml"/><Relationship Id="rId9" Type="http://schemas.openxmlformats.org/officeDocument/2006/relationships/tags" Target="../tags/tag260.xml"/><Relationship Id="rId10" Type="http://schemas.openxmlformats.org/officeDocument/2006/relationships/tags" Target="../tags/tag261.xml"/><Relationship Id="rId11" Type="http://schemas.openxmlformats.org/officeDocument/2006/relationships/tags" Target="../tags/tag262.xml"/><Relationship Id="rId12" Type="http://schemas.openxmlformats.org/officeDocument/2006/relationships/tags" Target="../tags/tag26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64.xml"/><Relationship Id="rId3" Type="http://schemas.openxmlformats.org/officeDocument/2006/relationships/tags" Target="../tags/tag265.xml"/><Relationship Id="rId4" Type="http://schemas.openxmlformats.org/officeDocument/2006/relationships/tags" Target="../tags/tag266.xml"/><Relationship Id="rId5" Type="http://schemas.openxmlformats.org/officeDocument/2006/relationships/tags" Target="../tags/tag267.xml"/><Relationship Id="rId6" Type="http://schemas.openxmlformats.org/officeDocument/2006/relationships/tags" Target="../tags/tag268.xml"/><Relationship Id="rId7" Type="http://schemas.openxmlformats.org/officeDocument/2006/relationships/tags" Target="../tags/tag26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70.xml"/><Relationship Id="rId3" Type="http://schemas.openxmlformats.org/officeDocument/2006/relationships/tags" Target="../tags/tag271.xml"/><Relationship Id="rId4" Type="http://schemas.openxmlformats.org/officeDocument/2006/relationships/tags" Target="../tags/tag272.xml"/><Relationship Id="rId5" Type="http://schemas.openxmlformats.org/officeDocument/2006/relationships/tags" Target="../tags/tag273.xml"/><Relationship Id="rId6" Type="http://schemas.openxmlformats.org/officeDocument/2006/relationships/tags" Target="../tags/tag274.xml"/><Relationship Id="rId7" Type="http://schemas.openxmlformats.org/officeDocument/2006/relationships/tags" Target="../tags/tag275.xml"/><Relationship Id="rId8" Type="http://schemas.openxmlformats.org/officeDocument/2006/relationships/tags" Target="../tags/tag276.xml"/><Relationship Id="rId9" Type="http://schemas.openxmlformats.org/officeDocument/2006/relationships/tags" Target="../tags/tag277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ags" Target="../tags/tag28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82.xml"/><Relationship Id="rId3" Type="http://schemas.openxmlformats.org/officeDocument/2006/relationships/image" Target="../media/image3.png"/><Relationship Id="rId4" Type="http://schemas.openxmlformats.org/officeDocument/2006/relationships/tags" Target="../tags/tag283.xml"/><Relationship Id="rId5" Type="http://schemas.openxmlformats.org/officeDocument/2006/relationships/tags" Target="../tags/tag284.xml"/><Relationship Id="rId6" Type="http://schemas.openxmlformats.org/officeDocument/2006/relationships/tags" Target="../tags/tag285.xml"/><Relationship Id="rId7" Type="http://schemas.openxmlformats.org/officeDocument/2006/relationships/tags" Target="../tags/tag28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99.xml"/><Relationship Id="rId3" Type="http://schemas.openxmlformats.org/officeDocument/2006/relationships/tags" Target="../tags/tag300.xml"/><Relationship Id="rId4" Type="http://schemas.openxmlformats.org/officeDocument/2006/relationships/tags" Target="../tags/tag301.xml"/><Relationship Id="rId5" Type="http://schemas.openxmlformats.org/officeDocument/2006/relationships/tags" Target="../tags/tag30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303.xml"/><Relationship Id="rId3" Type="http://schemas.openxmlformats.org/officeDocument/2006/relationships/tags" Target="../tags/tag304.xml"/><Relationship Id="rId4" Type="http://schemas.openxmlformats.org/officeDocument/2006/relationships/tags" Target="../tags/tag305.xml"/><Relationship Id="rId5" Type="http://schemas.openxmlformats.org/officeDocument/2006/relationships/tags" Target="../tags/tag306.xml"/><Relationship Id="rId6" Type="http://schemas.openxmlformats.org/officeDocument/2006/relationships/tags" Target="../tags/tag30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tags" Target="../tags/tag308.xml"/><Relationship Id="rId4" Type="http://schemas.openxmlformats.org/officeDocument/2006/relationships/tags" Target="../tags/tag309.xml"/><Relationship Id="rId5" Type="http://schemas.openxmlformats.org/officeDocument/2006/relationships/tags" Target="../tags/tag310.xml"/><Relationship Id="rId6" Type="http://schemas.openxmlformats.org/officeDocument/2006/relationships/tags" Target="../tags/tag31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tags" Target="../tags/tag312.xml"/><Relationship Id="rId4" Type="http://schemas.openxmlformats.org/officeDocument/2006/relationships/tags" Target="../tags/tag313.xml"/><Relationship Id="rId5" Type="http://schemas.openxmlformats.org/officeDocument/2006/relationships/tags" Target="../tags/tag314.xml"/><Relationship Id="rId6" Type="http://schemas.openxmlformats.org/officeDocument/2006/relationships/tags" Target="../tags/tag315.xml"/><Relationship Id="rId7" Type="http://schemas.openxmlformats.org/officeDocument/2006/relationships/tags" Target="../tags/tag316.xml"/><Relationship Id="rId8" Type="http://schemas.openxmlformats.org/officeDocument/2006/relationships/tags" Target="../tags/tag3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tags" Target="../tags/tag318.xml"/><Relationship Id="rId4" Type="http://schemas.openxmlformats.org/officeDocument/2006/relationships/tags" Target="../tags/tag319.xml"/><Relationship Id="rId5" Type="http://schemas.openxmlformats.org/officeDocument/2006/relationships/tags" Target="../tags/tag320.xml"/><Relationship Id="rId6" Type="http://schemas.openxmlformats.org/officeDocument/2006/relationships/tags" Target="../tags/tag321.xml"/><Relationship Id="rId7" Type="http://schemas.openxmlformats.org/officeDocument/2006/relationships/tags" Target="../tags/tag322.xml"/><Relationship Id="rId8" Type="http://schemas.openxmlformats.org/officeDocument/2006/relationships/tags" Target="../tags/tag323.xml"/><Relationship Id="rId9" Type="http://schemas.openxmlformats.org/officeDocument/2006/relationships/tags" Target="../tags/tag32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tags" Target="../tags/tag325.xml"/><Relationship Id="rId4" Type="http://schemas.openxmlformats.org/officeDocument/2006/relationships/tags" Target="../tags/tag326.xml"/><Relationship Id="rId5" Type="http://schemas.openxmlformats.org/officeDocument/2006/relationships/tags" Target="../tags/tag327.xml"/><Relationship Id="rId6" Type="http://schemas.openxmlformats.org/officeDocument/2006/relationships/tags" Target="../tags/tag328.xml"/><Relationship Id="rId7" Type="http://schemas.openxmlformats.org/officeDocument/2006/relationships/tags" Target="../tags/tag329.xml"/><Relationship Id="rId8" Type="http://schemas.openxmlformats.org/officeDocument/2006/relationships/tags" Target="../tags/tag330.xml"/><Relationship Id="rId9" Type="http://schemas.openxmlformats.org/officeDocument/2006/relationships/tags" Target="../tags/tag33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tags" Target="../tags/tag332.xml"/><Relationship Id="rId4" Type="http://schemas.openxmlformats.org/officeDocument/2006/relationships/tags" Target="../tags/tag333.xml"/><Relationship Id="rId5" Type="http://schemas.openxmlformats.org/officeDocument/2006/relationships/tags" Target="../tags/tag334.xml"/><Relationship Id="rId6" Type="http://schemas.openxmlformats.org/officeDocument/2006/relationships/tags" Target="../tags/tag335.xml"/><Relationship Id="rId7" Type="http://schemas.openxmlformats.org/officeDocument/2006/relationships/tags" Target="../tags/tag336.xml"/><Relationship Id="rId8" Type="http://schemas.openxmlformats.org/officeDocument/2006/relationships/tags" Target="../tags/tag337.xml"/><Relationship Id="rId9" Type="http://schemas.openxmlformats.org/officeDocument/2006/relationships/tags" Target="../tags/tag338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tags" Target="../tags/tag339.xml"/><Relationship Id="rId4" Type="http://schemas.openxmlformats.org/officeDocument/2006/relationships/tags" Target="../tags/tag340.xml"/><Relationship Id="rId5" Type="http://schemas.openxmlformats.org/officeDocument/2006/relationships/tags" Target="../tags/tag341.xml"/><Relationship Id="rId6" Type="http://schemas.openxmlformats.org/officeDocument/2006/relationships/tags" Target="../tags/tag342.xml"/><Relationship Id="rId7" Type="http://schemas.openxmlformats.org/officeDocument/2006/relationships/tags" Target="../tags/tag343.xml"/><Relationship Id="rId8" Type="http://schemas.openxmlformats.org/officeDocument/2006/relationships/tags" Target="../tags/tag344.xml"/><Relationship Id="rId9" Type="http://schemas.openxmlformats.org/officeDocument/2006/relationships/tags" Target="../tags/tag345.xml"/><Relationship Id="rId10" Type="http://schemas.openxmlformats.org/officeDocument/2006/relationships/tags" Target="../tags/tag346.xml"/><Relationship Id="rId11" Type="http://schemas.openxmlformats.org/officeDocument/2006/relationships/tags" Target="../tags/tag34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tags" Target="../tags/tag348.xml"/><Relationship Id="rId4" Type="http://schemas.openxmlformats.org/officeDocument/2006/relationships/tags" Target="../tags/tag349.xml"/><Relationship Id="rId5" Type="http://schemas.openxmlformats.org/officeDocument/2006/relationships/tags" Target="../tags/tag350.xml"/><Relationship Id="rId6" Type="http://schemas.openxmlformats.org/officeDocument/2006/relationships/tags" Target="../tags/tag351.xml"/><Relationship Id="rId7" Type="http://schemas.openxmlformats.org/officeDocument/2006/relationships/tags" Target="../tags/tag352.xml"/><Relationship Id="rId8" Type="http://schemas.openxmlformats.org/officeDocument/2006/relationships/tags" Target="../tags/tag35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64.xml"/><Relationship Id="rId3" Type="http://schemas.openxmlformats.org/officeDocument/2006/relationships/image" Target="../media/image1.png"/><Relationship Id="rId4" Type="http://schemas.openxmlformats.org/officeDocument/2006/relationships/tags" Target="../tags/tag365.xml"/><Relationship Id="rId5" Type="http://schemas.openxmlformats.org/officeDocument/2006/relationships/tags" Target="../tags/tag366.xml"/><Relationship Id="rId6" Type="http://schemas.openxmlformats.org/officeDocument/2006/relationships/tags" Target="../tags/tag367.xml"/><Relationship Id="rId7" Type="http://schemas.openxmlformats.org/officeDocument/2006/relationships/tags" Target="../tags/tag368.xml"/><Relationship Id="rId8" Type="http://schemas.openxmlformats.org/officeDocument/2006/relationships/tags" Target="../tags/tag369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70.xml"/><Relationship Id="rId3" Type="http://schemas.openxmlformats.org/officeDocument/2006/relationships/tags" Target="../tags/tag371.xml"/><Relationship Id="rId4" Type="http://schemas.openxmlformats.org/officeDocument/2006/relationships/image" Target="../media/image2.png"/><Relationship Id="rId5" Type="http://schemas.openxmlformats.org/officeDocument/2006/relationships/tags" Target="../tags/tag372.xml"/><Relationship Id="rId6" Type="http://schemas.openxmlformats.org/officeDocument/2006/relationships/tags" Target="../tags/tag373.xml"/><Relationship Id="rId7" Type="http://schemas.openxmlformats.org/officeDocument/2006/relationships/tags" Target="../tags/tag37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75.xml"/><Relationship Id="rId3" Type="http://schemas.openxmlformats.org/officeDocument/2006/relationships/tags" Target="../tags/tag376.xml"/><Relationship Id="rId4" Type="http://schemas.openxmlformats.org/officeDocument/2006/relationships/tags" Target="../tags/tag377.xml"/><Relationship Id="rId5" Type="http://schemas.openxmlformats.org/officeDocument/2006/relationships/image" Target="../media/image3.png"/><Relationship Id="rId6" Type="http://schemas.openxmlformats.org/officeDocument/2006/relationships/tags" Target="../tags/tag378.xml"/><Relationship Id="rId7" Type="http://schemas.openxmlformats.org/officeDocument/2006/relationships/tags" Target="../tags/tag379.xml"/><Relationship Id="rId8" Type="http://schemas.openxmlformats.org/officeDocument/2006/relationships/tags" Target="../tags/tag380.xml"/><Relationship Id="rId9" Type="http://schemas.openxmlformats.org/officeDocument/2006/relationships/tags" Target="../tags/tag381.xml"/><Relationship Id="rId10" Type="http://schemas.openxmlformats.org/officeDocument/2006/relationships/tags" Target="../tags/tag382.xml"/><Relationship Id="rId11" Type="http://schemas.openxmlformats.org/officeDocument/2006/relationships/tags" Target="../tags/tag383.xml"/><Relationship Id="rId12" Type="http://schemas.openxmlformats.org/officeDocument/2006/relationships/tags" Target="../tags/tag38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85.xml"/><Relationship Id="rId3" Type="http://schemas.openxmlformats.org/officeDocument/2006/relationships/tags" Target="../tags/tag386.xml"/><Relationship Id="rId4" Type="http://schemas.openxmlformats.org/officeDocument/2006/relationships/tags" Target="../tags/tag387.xml"/><Relationship Id="rId5" Type="http://schemas.openxmlformats.org/officeDocument/2006/relationships/tags" Target="../tags/tag388.xml"/><Relationship Id="rId6" Type="http://schemas.openxmlformats.org/officeDocument/2006/relationships/tags" Target="../tags/tag389.xml"/><Relationship Id="rId7" Type="http://schemas.openxmlformats.org/officeDocument/2006/relationships/tags" Target="../tags/tag390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91.xml"/><Relationship Id="rId3" Type="http://schemas.openxmlformats.org/officeDocument/2006/relationships/tags" Target="../tags/tag392.xml"/><Relationship Id="rId4" Type="http://schemas.openxmlformats.org/officeDocument/2006/relationships/tags" Target="../tags/tag393.xml"/><Relationship Id="rId5" Type="http://schemas.openxmlformats.org/officeDocument/2006/relationships/tags" Target="../tags/tag394.xml"/><Relationship Id="rId6" Type="http://schemas.openxmlformats.org/officeDocument/2006/relationships/tags" Target="../tags/tag395.xml"/><Relationship Id="rId7" Type="http://schemas.openxmlformats.org/officeDocument/2006/relationships/tags" Target="../tags/tag396.xml"/><Relationship Id="rId8" Type="http://schemas.openxmlformats.org/officeDocument/2006/relationships/tags" Target="../tags/tag397.xml"/><Relationship Id="rId9" Type="http://schemas.openxmlformats.org/officeDocument/2006/relationships/tags" Target="../tags/tag398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99.xml"/><Relationship Id="rId3" Type="http://schemas.openxmlformats.org/officeDocument/2006/relationships/tags" Target="../tags/tag400.xml"/><Relationship Id="rId4" Type="http://schemas.openxmlformats.org/officeDocument/2006/relationships/tags" Target="../tags/tag401.xml"/><Relationship Id="rId5" Type="http://schemas.openxmlformats.org/officeDocument/2006/relationships/tags" Target="../tags/tag40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403.xml"/><Relationship Id="rId3" Type="http://schemas.openxmlformats.org/officeDocument/2006/relationships/image" Target="../media/image3.png"/><Relationship Id="rId4" Type="http://schemas.openxmlformats.org/officeDocument/2006/relationships/tags" Target="../tags/tag404.xml"/><Relationship Id="rId5" Type="http://schemas.openxmlformats.org/officeDocument/2006/relationships/tags" Target="../tags/tag405.xml"/><Relationship Id="rId6" Type="http://schemas.openxmlformats.org/officeDocument/2006/relationships/tags" Target="../tags/tag406.xml"/><Relationship Id="rId7" Type="http://schemas.openxmlformats.org/officeDocument/2006/relationships/tags" Target="../tags/tag40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408.xml"/><Relationship Id="rId3" Type="http://schemas.openxmlformats.org/officeDocument/2006/relationships/tags" Target="../tags/tag409.xml"/><Relationship Id="rId4" Type="http://schemas.openxmlformats.org/officeDocument/2006/relationships/tags" Target="../tags/tag410.xml"/><Relationship Id="rId5" Type="http://schemas.openxmlformats.org/officeDocument/2006/relationships/tags" Target="../tags/tag411.xml"/><Relationship Id="rId6" Type="http://schemas.openxmlformats.org/officeDocument/2006/relationships/tags" Target="../tags/tag412.xml"/><Relationship Id="rId7" Type="http://schemas.openxmlformats.org/officeDocument/2006/relationships/tags" Target="../tags/tag413.xml"/><Relationship Id="rId8" Type="http://schemas.openxmlformats.org/officeDocument/2006/relationships/tags" Target="../tags/tag41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415.xml"/><Relationship Id="rId3" Type="http://schemas.openxmlformats.org/officeDocument/2006/relationships/tags" Target="../tags/tag416.xml"/><Relationship Id="rId4" Type="http://schemas.openxmlformats.org/officeDocument/2006/relationships/tags" Target="../tags/tag417.xml"/><Relationship Id="rId5" Type="http://schemas.openxmlformats.org/officeDocument/2006/relationships/tags" Target="../tags/tag418.xml"/><Relationship Id="rId6" Type="http://schemas.openxmlformats.org/officeDocument/2006/relationships/tags" Target="../tags/tag419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420.xml"/><Relationship Id="rId3" Type="http://schemas.openxmlformats.org/officeDocument/2006/relationships/tags" Target="../tags/tag421.xml"/><Relationship Id="rId4" Type="http://schemas.openxmlformats.org/officeDocument/2006/relationships/tags" Target="../tags/tag422.xml"/><Relationship Id="rId5" Type="http://schemas.openxmlformats.org/officeDocument/2006/relationships/tags" Target="../tags/tag42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424.xml"/><Relationship Id="rId3" Type="http://schemas.openxmlformats.org/officeDocument/2006/relationships/tags" Target="../tags/tag425.xml"/><Relationship Id="rId4" Type="http://schemas.openxmlformats.org/officeDocument/2006/relationships/tags" Target="../tags/tag426.xml"/><Relationship Id="rId5" Type="http://schemas.openxmlformats.org/officeDocument/2006/relationships/tags" Target="../tags/tag427.xml"/><Relationship Id="rId6" Type="http://schemas.openxmlformats.org/officeDocument/2006/relationships/tags" Target="../tags/tag42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tags" Target="../tags/tag429.xml"/><Relationship Id="rId4" Type="http://schemas.openxmlformats.org/officeDocument/2006/relationships/tags" Target="../tags/tag430.xml"/><Relationship Id="rId5" Type="http://schemas.openxmlformats.org/officeDocument/2006/relationships/tags" Target="../tags/tag431.xml"/><Relationship Id="rId6" Type="http://schemas.openxmlformats.org/officeDocument/2006/relationships/tags" Target="../tags/tag43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tags" Target="../tags/tag433.xml"/><Relationship Id="rId4" Type="http://schemas.openxmlformats.org/officeDocument/2006/relationships/tags" Target="../tags/tag434.xml"/><Relationship Id="rId5" Type="http://schemas.openxmlformats.org/officeDocument/2006/relationships/tags" Target="../tags/tag435.xml"/><Relationship Id="rId6" Type="http://schemas.openxmlformats.org/officeDocument/2006/relationships/tags" Target="../tags/tag436.xml"/><Relationship Id="rId7" Type="http://schemas.openxmlformats.org/officeDocument/2006/relationships/tags" Target="../tags/tag437.xml"/><Relationship Id="rId8" Type="http://schemas.openxmlformats.org/officeDocument/2006/relationships/tags" Target="../tags/tag43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tags" Target="../tags/tag439.xml"/><Relationship Id="rId4" Type="http://schemas.openxmlformats.org/officeDocument/2006/relationships/tags" Target="../tags/tag440.xml"/><Relationship Id="rId5" Type="http://schemas.openxmlformats.org/officeDocument/2006/relationships/tags" Target="../tags/tag441.xml"/><Relationship Id="rId6" Type="http://schemas.openxmlformats.org/officeDocument/2006/relationships/tags" Target="../tags/tag442.xml"/><Relationship Id="rId7" Type="http://schemas.openxmlformats.org/officeDocument/2006/relationships/tags" Target="../tags/tag443.xml"/><Relationship Id="rId8" Type="http://schemas.openxmlformats.org/officeDocument/2006/relationships/tags" Target="../tags/tag444.xml"/><Relationship Id="rId9" Type="http://schemas.openxmlformats.org/officeDocument/2006/relationships/tags" Target="../tags/tag445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tags" Target="../tags/tag446.xml"/><Relationship Id="rId4" Type="http://schemas.openxmlformats.org/officeDocument/2006/relationships/tags" Target="../tags/tag447.xml"/><Relationship Id="rId5" Type="http://schemas.openxmlformats.org/officeDocument/2006/relationships/tags" Target="../tags/tag448.xml"/><Relationship Id="rId6" Type="http://schemas.openxmlformats.org/officeDocument/2006/relationships/tags" Target="../tags/tag449.xml"/><Relationship Id="rId7" Type="http://schemas.openxmlformats.org/officeDocument/2006/relationships/tags" Target="../tags/tag450.xml"/><Relationship Id="rId8" Type="http://schemas.openxmlformats.org/officeDocument/2006/relationships/tags" Target="../tags/tag451.xml"/><Relationship Id="rId9" Type="http://schemas.openxmlformats.org/officeDocument/2006/relationships/tags" Target="../tags/tag45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tags" Target="../tags/tag453.xml"/><Relationship Id="rId4" Type="http://schemas.openxmlformats.org/officeDocument/2006/relationships/tags" Target="../tags/tag454.xml"/><Relationship Id="rId5" Type="http://schemas.openxmlformats.org/officeDocument/2006/relationships/tags" Target="../tags/tag455.xml"/><Relationship Id="rId6" Type="http://schemas.openxmlformats.org/officeDocument/2006/relationships/tags" Target="../tags/tag456.xml"/><Relationship Id="rId7" Type="http://schemas.openxmlformats.org/officeDocument/2006/relationships/tags" Target="../tags/tag457.xml"/><Relationship Id="rId8" Type="http://schemas.openxmlformats.org/officeDocument/2006/relationships/tags" Target="../tags/tag458.xml"/><Relationship Id="rId9" Type="http://schemas.openxmlformats.org/officeDocument/2006/relationships/tags" Target="../tags/tag459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tags" Target="../tags/tag460.xml"/><Relationship Id="rId4" Type="http://schemas.openxmlformats.org/officeDocument/2006/relationships/tags" Target="../tags/tag461.xml"/><Relationship Id="rId5" Type="http://schemas.openxmlformats.org/officeDocument/2006/relationships/tags" Target="../tags/tag462.xml"/><Relationship Id="rId6" Type="http://schemas.openxmlformats.org/officeDocument/2006/relationships/tags" Target="../tags/tag463.xml"/><Relationship Id="rId7" Type="http://schemas.openxmlformats.org/officeDocument/2006/relationships/tags" Target="../tags/tag464.xml"/><Relationship Id="rId8" Type="http://schemas.openxmlformats.org/officeDocument/2006/relationships/tags" Target="../tags/tag465.xml"/><Relationship Id="rId9" Type="http://schemas.openxmlformats.org/officeDocument/2006/relationships/tags" Target="../tags/tag466.xml"/><Relationship Id="rId10" Type="http://schemas.openxmlformats.org/officeDocument/2006/relationships/tags" Target="../tags/tag467.xml"/><Relationship Id="rId11" Type="http://schemas.openxmlformats.org/officeDocument/2006/relationships/tags" Target="../tags/tag46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tags" Target="../tags/tag469.xml"/><Relationship Id="rId4" Type="http://schemas.openxmlformats.org/officeDocument/2006/relationships/tags" Target="../tags/tag470.xml"/><Relationship Id="rId5" Type="http://schemas.openxmlformats.org/officeDocument/2006/relationships/tags" Target="../tags/tag471.xml"/><Relationship Id="rId6" Type="http://schemas.openxmlformats.org/officeDocument/2006/relationships/tags" Target="../tags/tag472.xml"/><Relationship Id="rId7" Type="http://schemas.openxmlformats.org/officeDocument/2006/relationships/tags" Target="../tags/tag473.xml"/><Relationship Id="rId8" Type="http://schemas.openxmlformats.org/officeDocument/2006/relationships/tags" Target="../tags/tag474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485.xml"/><Relationship Id="rId3" Type="http://schemas.openxmlformats.org/officeDocument/2006/relationships/image" Target="../media/image1.png"/><Relationship Id="rId4" Type="http://schemas.openxmlformats.org/officeDocument/2006/relationships/tags" Target="../tags/tag486.xml"/><Relationship Id="rId5" Type="http://schemas.openxmlformats.org/officeDocument/2006/relationships/tags" Target="../tags/tag487.xml"/><Relationship Id="rId6" Type="http://schemas.openxmlformats.org/officeDocument/2006/relationships/tags" Target="../tags/tag488.xml"/><Relationship Id="rId7" Type="http://schemas.openxmlformats.org/officeDocument/2006/relationships/tags" Target="../tags/tag489.xml"/><Relationship Id="rId8" Type="http://schemas.openxmlformats.org/officeDocument/2006/relationships/tags" Target="../tags/tag490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491.xml"/><Relationship Id="rId3" Type="http://schemas.openxmlformats.org/officeDocument/2006/relationships/tags" Target="../tags/tag492.xml"/><Relationship Id="rId4" Type="http://schemas.openxmlformats.org/officeDocument/2006/relationships/image" Target="../media/image2.png"/><Relationship Id="rId5" Type="http://schemas.openxmlformats.org/officeDocument/2006/relationships/tags" Target="../tags/tag493.xml"/><Relationship Id="rId6" Type="http://schemas.openxmlformats.org/officeDocument/2006/relationships/tags" Target="../tags/tag494.xml"/><Relationship Id="rId7" Type="http://schemas.openxmlformats.org/officeDocument/2006/relationships/tags" Target="../tags/tag49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496.xml"/><Relationship Id="rId3" Type="http://schemas.openxmlformats.org/officeDocument/2006/relationships/tags" Target="../tags/tag497.xml"/><Relationship Id="rId4" Type="http://schemas.openxmlformats.org/officeDocument/2006/relationships/tags" Target="../tags/tag498.xml"/><Relationship Id="rId5" Type="http://schemas.openxmlformats.org/officeDocument/2006/relationships/image" Target="../media/image3.png"/><Relationship Id="rId6" Type="http://schemas.openxmlformats.org/officeDocument/2006/relationships/tags" Target="../tags/tag499.xml"/><Relationship Id="rId7" Type="http://schemas.openxmlformats.org/officeDocument/2006/relationships/tags" Target="../tags/tag500.xml"/><Relationship Id="rId8" Type="http://schemas.openxmlformats.org/officeDocument/2006/relationships/tags" Target="../tags/tag501.xml"/><Relationship Id="rId9" Type="http://schemas.openxmlformats.org/officeDocument/2006/relationships/tags" Target="../tags/tag502.xml"/><Relationship Id="rId10" Type="http://schemas.openxmlformats.org/officeDocument/2006/relationships/tags" Target="../tags/tag503.xml"/><Relationship Id="rId11" Type="http://schemas.openxmlformats.org/officeDocument/2006/relationships/tags" Target="../tags/tag504.xml"/><Relationship Id="rId12" Type="http://schemas.openxmlformats.org/officeDocument/2006/relationships/tags" Target="../tags/tag505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506.xml"/><Relationship Id="rId3" Type="http://schemas.openxmlformats.org/officeDocument/2006/relationships/tags" Target="../tags/tag507.xml"/><Relationship Id="rId4" Type="http://schemas.openxmlformats.org/officeDocument/2006/relationships/tags" Target="../tags/tag508.xml"/><Relationship Id="rId5" Type="http://schemas.openxmlformats.org/officeDocument/2006/relationships/tags" Target="../tags/tag509.xml"/><Relationship Id="rId6" Type="http://schemas.openxmlformats.org/officeDocument/2006/relationships/tags" Target="../tags/tag510.xml"/><Relationship Id="rId7" Type="http://schemas.openxmlformats.org/officeDocument/2006/relationships/tags" Target="../tags/tag51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512.xml"/><Relationship Id="rId3" Type="http://schemas.openxmlformats.org/officeDocument/2006/relationships/tags" Target="../tags/tag513.xml"/><Relationship Id="rId4" Type="http://schemas.openxmlformats.org/officeDocument/2006/relationships/tags" Target="../tags/tag514.xml"/><Relationship Id="rId5" Type="http://schemas.openxmlformats.org/officeDocument/2006/relationships/tags" Target="../tags/tag515.xml"/><Relationship Id="rId6" Type="http://schemas.openxmlformats.org/officeDocument/2006/relationships/tags" Target="../tags/tag516.xml"/><Relationship Id="rId7" Type="http://schemas.openxmlformats.org/officeDocument/2006/relationships/tags" Target="../tags/tag517.xml"/><Relationship Id="rId8" Type="http://schemas.openxmlformats.org/officeDocument/2006/relationships/tags" Target="../tags/tag518.xml"/><Relationship Id="rId9" Type="http://schemas.openxmlformats.org/officeDocument/2006/relationships/tags" Target="../tags/tag519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520.xml"/><Relationship Id="rId3" Type="http://schemas.openxmlformats.org/officeDocument/2006/relationships/tags" Target="../tags/tag521.xml"/><Relationship Id="rId4" Type="http://schemas.openxmlformats.org/officeDocument/2006/relationships/tags" Target="../tags/tag522.xml"/><Relationship Id="rId5" Type="http://schemas.openxmlformats.org/officeDocument/2006/relationships/tags" Target="../tags/tag523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524.xml"/><Relationship Id="rId3" Type="http://schemas.openxmlformats.org/officeDocument/2006/relationships/image" Target="../media/image3.png"/><Relationship Id="rId4" Type="http://schemas.openxmlformats.org/officeDocument/2006/relationships/tags" Target="../tags/tag525.xml"/><Relationship Id="rId5" Type="http://schemas.openxmlformats.org/officeDocument/2006/relationships/tags" Target="../tags/tag526.xml"/><Relationship Id="rId6" Type="http://schemas.openxmlformats.org/officeDocument/2006/relationships/tags" Target="../tags/tag527.xml"/><Relationship Id="rId7" Type="http://schemas.openxmlformats.org/officeDocument/2006/relationships/tags" Target="../tags/tag528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529.xml"/><Relationship Id="rId3" Type="http://schemas.openxmlformats.org/officeDocument/2006/relationships/tags" Target="../tags/tag530.xml"/><Relationship Id="rId4" Type="http://schemas.openxmlformats.org/officeDocument/2006/relationships/tags" Target="../tags/tag531.xml"/><Relationship Id="rId5" Type="http://schemas.openxmlformats.org/officeDocument/2006/relationships/tags" Target="../tags/tag532.xml"/><Relationship Id="rId6" Type="http://schemas.openxmlformats.org/officeDocument/2006/relationships/tags" Target="../tags/tag533.xml"/><Relationship Id="rId7" Type="http://schemas.openxmlformats.org/officeDocument/2006/relationships/tags" Target="../tags/tag534.xml"/><Relationship Id="rId8" Type="http://schemas.openxmlformats.org/officeDocument/2006/relationships/tags" Target="../tags/tag535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536.xml"/><Relationship Id="rId3" Type="http://schemas.openxmlformats.org/officeDocument/2006/relationships/tags" Target="../tags/tag537.xml"/><Relationship Id="rId4" Type="http://schemas.openxmlformats.org/officeDocument/2006/relationships/tags" Target="../tags/tag538.xml"/><Relationship Id="rId5" Type="http://schemas.openxmlformats.org/officeDocument/2006/relationships/tags" Target="../tags/tag539.xml"/><Relationship Id="rId6" Type="http://schemas.openxmlformats.org/officeDocument/2006/relationships/tags" Target="../tags/tag540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541.xml"/><Relationship Id="rId3" Type="http://schemas.openxmlformats.org/officeDocument/2006/relationships/tags" Target="../tags/tag542.xml"/><Relationship Id="rId4" Type="http://schemas.openxmlformats.org/officeDocument/2006/relationships/tags" Target="../tags/tag543.xml"/><Relationship Id="rId5" Type="http://schemas.openxmlformats.org/officeDocument/2006/relationships/tags" Target="../tags/tag544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545.xml"/><Relationship Id="rId3" Type="http://schemas.openxmlformats.org/officeDocument/2006/relationships/tags" Target="../tags/tag546.xml"/><Relationship Id="rId4" Type="http://schemas.openxmlformats.org/officeDocument/2006/relationships/tags" Target="../tags/tag547.xml"/><Relationship Id="rId5" Type="http://schemas.openxmlformats.org/officeDocument/2006/relationships/tags" Target="../tags/tag548.xml"/><Relationship Id="rId6" Type="http://schemas.openxmlformats.org/officeDocument/2006/relationships/tags" Target="../tags/tag54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tags" Target="../tags/tag550.xml"/><Relationship Id="rId4" Type="http://schemas.openxmlformats.org/officeDocument/2006/relationships/tags" Target="../tags/tag551.xml"/><Relationship Id="rId5" Type="http://schemas.openxmlformats.org/officeDocument/2006/relationships/tags" Target="../tags/tag552.xml"/><Relationship Id="rId6" Type="http://schemas.openxmlformats.org/officeDocument/2006/relationships/tags" Target="../tags/tag55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tags" Target="../tags/tag554.xml"/><Relationship Id="rId4" Type="http://schemas.openxmlformats.org/officeDocument/2006/relationships/tags" Target="../tags/tag555.xml"/><Relationship Id="rId5" Type="http://schemas.openxmlformats.org/officeDocument/2006/relationships/tags" Target="../tags/tag556.xml"/><Relationship Id="rId6" Type="http://schemas.openxmlformats.org/officeDocument/2006/relationships/tags" Target="../tags/tag557.xml"/><Relationship Id="rId7" Type="http://schemas.openxmlformats.org/officeDocument/2006/relationships/tags" Target="../tags/tag558.xml"/><Relationship Id="rId8" Type="http://schemas.openxmlformats.org/officeDocument/2006/relationships/tags" Target="../tags/tag55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tags" Target="../tags/tag560.xml"/><Relationship Id="rId4" Type="http://schemas.openxmlformats.org/officeDocument/2006/relationships/tags" Target="../tags/tag561.xml"/><Relationship Id="rId5" Type="http://schemas.openxmlformats.org/officeDocument/2006/relationships/tags" Target="../tags/tag562.xml"/><Relationship Id="rId6" Type="http://schemas.openxmlformats.org/officeDocument/2006/relationships/tags" Target="../tags/tag563.xml"/><Relationship Id="rId7" Type="http://schemas.openxmlformats.org/officeDocument/2006/relationships/tags" Target="../tags/tag564.xml"/><Relationship Id="rId8" Type="http://schemas.openxmlformats.org/officeDocument/2006/relationships/tags" Target="../tags/tag565.xml"/><Relationship Id="rId9" Type="http://schemas.openxmlformats.org/officeDocument/2006/relationships/tags" Target="../tags/tag566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tags" Target="../tags/tag567.xml"/><Relationship Id="rId4" Type="http://schemas.openxmlformats.org/officeDocument/2006/relationships/tags" Target="../tags/tag568.xml"/><Relationship Id="rId5" Type="http://schemas.openxmlformats.org/officeDocument/2006/relationships/tags" Target="../tags/tag569.xml"/><Relationship Id="rId6" Type="http://schemas.openxmlformats.org/officeDocument/2006/relationships/tags" Target="../tags/tag570.xml"/><Relationship Id="rId7" Type="http://schemas.openxmlformats.org/officeDocument/2006/relationships/tags" Target="../tags/tag571.xml"/><Relationship Id="rId8" Type="http://schemas.openxmlformats.org/officeDocument/2006/relationships/tags" Target="../tags/tag572.xml"/><Relationship Id="rId9" Type="http://schemas.openxmlformats.org/officeDocument/2006/relationships/tags" Target="../tags/tag57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tags" Target="../tags/tag574.xml"/><Relationship Id="rId4" Type="http://schemas.openxmlformats.org/officeDocument/2006/relationships/tags" Target="../tags/tag575.xml"/><Relationship Id="rId5" Type="http://schemas.openxmlformats.org/officeDocument/2006/relationships/tags" Target="../tags/tag576.xml"/><Relationship Id="rId6" Type="http://schemas.openxmlformats.org/officeDocument/2006/relationships/tags" Target="../tags/tag577.xml"/><Relationship Id="rId7" Type="http://schemas.openxmlformats.org/officeDocument/2006/relationships/tags" Target="../tags/tag578.xml"/><Relationship Id="rId8" Type="http://schemas.openxmlformats.org/officeDocument/2006/relationships/tags" Target="../tags/tag579.xml"/><Relationship Id="rId9" Type="http://schemas.openxmlformats.org/officeDocument/2006/relationships/tags" Target="../tags/tag58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tags" Target="../tags/tag581.xml"/><Relationship Id="rId4" Type="http://schemas.openxmlformats.org/officeDocument/2006/relationships/tags" Target="../tags/tag582.xml"/><Relationship Id="rId5" Type="http://schemas.openxmlformats.org/officeDocument/2006/relationships/tags" Target="../tags/tag583.xml"/><Relationship Id="rId6" Type="http://schemas.openxmlformats.org/officeDocument/2006/relationships/tags" Target="../tags/tag584.xml"/><Relationship Id="rId7" Type="http://schemas.openxmlformats.org/officeDocument/2006/relationships/tags" Target="../tags/tag585.xml"/><Relationship Id="rId8" Type="http://schemas.openxmlformats.org/officeDocument/2006/relationships/tags" Target="../tags/tag586.xml"/><Relationship Id="rId9" Type="http://schemas.openxmlformats.org/officeDocument/2006/relationships/tags" Target="../tags/tag587.xml"/><Relationship Id="rId10" Type="http://schemas.openxmlformats.org/officeDocument/2006/relationships/tags" Target="../tags/tag588.xml"/><Relationship Id="rId11" Type="http://schemas.openxmlformats.org/officeDocument/2006/relationships/tags" Target="../tags/tag58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tags" Target="../tags/tag590.xml"/><Relationship Id="rId4" Type="http://schemas.openxmlformats.org/officeDocument/2006/relationships/tags" Target="../tags/tag591.xml"/><Relationship Id="rId5" Type="http://schemas.openxmlformats.org/officeDocument/2006/relationships/tags" Target="../tags/tag592.xml"/><Relationship Id="rId6" Type="http://schemas.openxmlformats.org/officeDocument/2006/relationships/tags" Target="../tags/tag593.xml"/><Relationship Id="rId7" Type="http://schemas.openxmlformats.org/officeDocument/2006/relationships/tags" Target="../tags/tag594.xml"/><Relationship Id="rId8" Type="http://schemas.openxmlformats.org/officeDocument/2006/relationships/tags" Target="../tags/tag595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06.xml"/><Relationship Id="rId3" Type="http://schemas.openxmlformats.org/officeDocument/2006/relationships/image" Target="../media/image1.png"/><Relationship Id="rId4" Type="http://schemas.openxmlformats.org/officeDocument/2006/relationships/tags" Target="../tags/tag607.xml"/><Relationship Id="rId5" Type="http://schemas.openxmlformats.org/officeDocument/2006/relationships/tags" Target="../tags/tag608.xml"/><Relationship Id="rId6" Type="http://schemas.openxmlformats.org/officeDocument/2006/relationships/tags" Target="../tags/tag609.xml"/><Relationship Id="rId7" Type="http://schemas.openxmlformats.org/officeDocument/2006/relationships/tags" Target="../tags/tag610.xml"/><Relationship Id="rId8" Type="http://schemas.openxmlformats.org/officeDocument/2006/relationships/tags" Target="../tags/tag61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12.xml"/><Relationship Id="rId3" Type="http://schemas.openxmlformats.org/officeDocument/2006/relationships/tags" Target="../tags/tag613.xml"/><Relationship Id="rId4" Type="http://schemas.openxmlformats.org/officeDocument/2006/relationships/image" Target="../media/image2.png"/><Relationship Id="rId5" Type="http://schemas.openxmlformats.org/officeDocument/2006/relationships/tags" Target="../tags/tag614.xml"/><Relationship Id="rId6" Type="http://schemas.openxmlformats.org/officeDocument/2006/relationships/tags" Target="../tags/tag615.xml"/><Relationship Id="rId7" Type="http://schemas.openxmlformats.org/officeDocument/2006/relationships/tags" Target="../tags/tag616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17.xml"/><Relationship Id="rId3" Type="http://schemas.openxmlformats.org/officeDocument/2006/relationships/tags" Target="../tags/tag618.xml"/><Relationship Id="rId4" Type="http://schemas.openxmlformats.org/officeDocument/2006/relationships/tags" Target="../tags/tag619.xml"/><Relationship Id="rId5" Type="http://schemas.openxmlformats.org/officeDocument/2006/relationships/image" Target="../media/image3.png"/><Relationship Id="rId6" Type="http://schemas.openxmlformats.org/officeDocument/2006/relationships/tags" Target="../tags/tag620.xml"/><Relationship Id="rId7" Type="http://schemas.openxmlformats.org/officeDocument/2006/relationships/tags" Target="../tags/tag621.xml"/><Relationship Id="rId8" Type="http://schemas.openxmlformats.org/officeDocument/2006/relationships/tags" Target="../tags/tag622.xml"/><Relationship Id="rId9" Type="http://schemas.openxmlformats.org/officeDocument/2006/relationships/tags" Target="../tags/tag623.xml"/><Relationship Id="rId10" Type="http://schemas.openxmlformats.org/officeDocument/2006/relationships/tags" Target="../tags/tag624.xml"/><Relationship Id="rId11" Type="http://schemas.openxmlformats.org/officeDocument/2006/relationships/tags" Target="../tags/tag625.xml"/><Relationship Id="rId12" Type="http://schemas.openxmlformats.org/officeDocument/2006/relationships/tags" Target="../tags/tag626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27.xml"/><Relationship Id="rId3" Type="http://schemas.openxmlformats.org/officeDocument/2006/relationships/tags" Target="../tags/tag628.xml"/><Relationship Id="rId4" Type="http://schemas.openxmlformats.org/officeDocument/2006/relationships/tags" Target="../tags/tag629.xml"/><Relationship Id="rId5" Type="http://schemas.openxmlformats.org/officeDocument/2006/relationships/tags" Target="../tags/tag630.xml"/><Relationship Id="rId6" Type="http://schemas.openxmlformats.org/officeDocument/2006/relationships/tags" Target="../tags/tag631.xml"/><Relationship Id="rId7" Type="http://schemas.openxmlformats.org/officeDocument/2006/relationships/tags" Target="../tags/tag632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33.xml"/><Relationship Id="rId3" Type="http://schemas.openxmlformats.org/officeDocument/2006/relationships/tags" Target="../tags/tag634.xml"/><Relationship Id="rId4" Type="http://schemas.openxmlformats.org/officeDocument/2006/relationships/tags" Target="../tags/tag635.xml"/><Relationship Id="rId5" Type="http://schemas.openxmlformats.org/officeDocument/2006/relationships/tags" Target="../tags/tag636.xml"/><Relationship Id="rId6" Type="http://schemas.openxmlformats.org/officeDocument/2006/relationships/tags" Target="../tags/tag637.xml"/><Relationship Id="rId7" Type="http://schemas.openxmlformats.org/officeDocument/2006/relationships/tags" Target="../tags/tag638.xml"/><Relationship Id="rId8" Type="http://schemas.openxmlformats.org/officeDocument/2006/relationships/tags" Target="../tags/tag639.xml"/><Relationship Id="rId9" Type="http://schemas.openxmlformats.org/officeDocument/2006/relationships/tags" Target="../tags/tag640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41.xml"/><Relationship Id="rId3" Type="http://schemas.openxmlformats.org/officeDocument/2006/relationships/tags" Target="../tags/tag642.xml"/><Relationship Id="rId4" Type="http://schemas.openxmlformats.org/officeDocument/2006/relationships/tags" Target="../tags/tag643.xml"/><Relationship Id="rId5" Type="http://schemas.openxmlformats.org/officeDocument/2006/relationships/tags" Target="../tags/tag644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45.xml"/><Relationship Id="rId3" Type="http://schemas.openxmlformats.org/officeDocument/2006/relationships/image" Target="../media/image3.png"/><Relationship Id="rId4" Type="http://schemas.openxmlformats.org/officeDocument/2006/relationships/tags" Target="../tags/tag646.xml"/><Relationship Id="rId5" Type="http://schemas.openxmlformats.org/officeDocument/2006/relationships/tags" Target="../tags/tag647.xml"/><Relationship Id="rId6" Type="http://schemas.openxmlformats.org/officeDocument/2006/relationships/tags" Target="../tags/tag648.xml"/><Relationship Id="rId7" Type="http://schemas.openxmlformats.org/officeDocument/2006/relationships/tags" Target="../tags/tag649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50.xml"/><Relationship Id="rId3" Type="http://schemas.openxmlformats.org/officeDocument/2006/relationships/tags" Target="../tags/tag651.xml"/><Relationship Id="rId4" Type="http://schemas.openxmlformats.org/officeDocument/2006/relationships/tags" Target="../tags/tag652.xml"/><Relationship Id="rId5" Type="http://schemas.openxmlformats.org/officeDocument/2006/relationships/tags" Target="../tags/tag653.xml"/><Relationship Id="rId6" Type="http://schemas.openxmlformats.org/officeDocument/2006/relationships/tags" Target="../tags/tag654.xml"/><Relationship Id="rId7" Type="http://schemas.openxmlformats.org/officeDocument/2006/relationships/tags" Target="../tags/tag655.xml"/><Relationship Id="rId8" Type="http://schemas.openxmlformats.org/officeDocument/2006/relationships/tags" Target="../tags/tag656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57.xml"/><Relationship Id="rId3" Type="http://schemas.openxmlformats.org/officeDocument/2006/relationships/tags" Target="../tags/tag658.xml"/><Relationship Id="rId4" Type="http://schemas.openxmlformats.org/officeDocument/2006/relationships/tags" Target="../tags/tag659.xml"/><Relationship Id="rId5" Type="http://schemas.openxmlformats.org/officeDocument/2006/relationships/tags" Target="../tags/tag660.xml"/><Relationship Id="rId6" Type="http://schemas.openxmlformats.org/officeDocument/2006/relationships/tags" Target="../tags/tag66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62.xml"/><Relationship Id="rId3" Type="http://schemas.openxmlformats.org/officeDocument/2006/relationships/tags" Target="../tags/tag663.xml"/><Relationship Id="rId4" Type="http://schemas.openxmlformats.org/officeDocument/2006/relationships/tags" Target="../tags/tag664.xml"/><Relationship Id="rId5" Type="http://schemas.openxmlformats.org/officeDocument/2006/relationships/tags" Target="../tags/tag665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666.xml"/><Relationship Id="rId3" Type="http://schemas.openxmlformats.org/officeDocument/2006/relationships/tags" Target="../tags/tag667.xml"/><Relationship Id="rId4" Type="http://schemas.openxmlformats.org/officeDocument/2006/relationships/tags" Target="../tags/tag668.xml"/><Relationship Id="rId5" Type="http://schemas.openxmlformats.org/officeDocument/2006/relationships/tags" Target="../tags/tag669.xml"/><Relationship Id="rId6" Type="http://schemas.openxmlformats.org/officeDocument/2006/relationships/tags" Target="../tags/tag67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tags" Target="../tags/tag671.xml"/><Relationship Id="rId4" Type="http://schemas.openxmlformats.org/officeDocument/2006/relationships/tags" Target="../tags/tag672.xml"/><Relationship Id="rId5" Type="http://schemas.openxmlformats.org/officeDocument/2006/relationships/tags" Target="../tags/tag673.xml"/><Relationship Id="rId6" Type="http://schemas.openxmlformats.org/officeDocument/2006/relationships/tags" Target="../tags/tag674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tags" Target="../tags/tag675.xml"/><Relationship Id="rId4" Type="http://schemas.openxmlformats.org/officeDocument/2006/relationships/tags" Target="../tags/tag676.xml"/><Relationship Id="rId5" Type="http://schemas.openxmlformats.org/officeDocument/2006/relationships/tags" Target="../tags/tag677.xml"/><Relationship Id="rId6" Type="http://schemas.openxmlformats.org/officeDocument/2006/relationships/tags" Target="../tags/tag678.xml"/><Relationship Id="rId7" Type="http://schemas.openxmlformats.org/officeDocument/2006/relationships/tags" Target="../tags/tag679.xml"/><Relationship Id="rId8" Type="http://schemas.openxmlformats.org/officeDocument/2006/relationships/tags" Target="../tags/tag68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tags" Target="../tags/tag681.xml"/><Relationship Id="rId4" Type="http://schemas.openxmlformats.org/officeDocument/2006/relationships/tags" Target="../tags/tag682.xml"/><Relationship Id="rId5" Type="http://schemas.openxmlformats.org/officeDocument/2006/relationships/tags" Target="../tags/tag683.xml"/><Relationship Id="rId6" Type="http://schemas.openxmlformats.org/officeDocument/2006/relationships/tags" Target="../tags/tag684.xml"/><Relationship Id="rId7" Type="http://schemas.openxmlformats.org/officeDocument/2006/relationships/tags" Target="../tags/tag685.xml"/><Relationship Id="rId8" Type="http://schemas.openxmlformats.org/officeDocument/2006/relationships/tags" Target="../tags/tag686.xml"/><Relationship Id="rId9" Type="http://schemas.openxmlformats.org/officeDocument/2006/relationships/tags" Target="../tags/tag687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tags" Target="../tags/tag688.xml"/><Relationship Id="rId4" Type="http://schemas.openxmlformats.org/officeDocument/2006/relationships/tags" Target="../tags/tag689.xml"/><Relationship Id="rId5" Type="http://schemas.openxmlformats.org/officeDocument/2006/relationships/tags" Target="../tags/tag690.xml"/><Relationship Id="rId6" Type="http://schemas.openxmlformats.org/officeDocument/2006/relationships/tags" Target="../tags/tag691.xml"/><Relationship Id="rId7" Type="http://schemas.openxmlformats.org/officeDocument/2006/relationships/tags" Target="../tags/tag692.xml"/><Relationship Id="rId8" Type="http://schemas.openxmlformats.org/officeDocument/2006/relationships/tags" Target="../tags/tag693.xml"/><Relationship Id="rId9" Type="http://schemas.openxmlformats.org/officeDocument/2006/relationships/tags" Target="../tags/tag694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tags" Target="../tags/tag695.xml"/><Relationship Id="rId4" Type="http://schemas.openxmlformats.org/officeDocument/2006/relationships/tags" Target="../tags/tag696.xml"/><Relationship Id="rId5" Type="http://schemas.openxmlformats.org/officeDocument/2006/relationships/tags" Target="../tags/tag697.xml"/><Relationship Id="rId6" Type="http://schemas.openxmlformats.org/officeDocument/2006/relationships/tags" Target="../tags/tag698.xml"/><Relationship Id="rId7" Type="http://schemas.openxmlformats.org/officeDocument/2006/relationships/tags" Target="../tags/tag699.xml"/><Relationship Id="rId8" Type="http://schemas.openxmlformats.org/officeDocument/2006/relationships/tags" Target="../tags/tag700.xml"/><Relationship Id="rId9" Type="http://schemas.openxmlformats.org/officeDocument/2006/relationships/tags" Target="../tags/tag701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tags" Target="../tags/tag702.xml"/><Relationship Id="rId4" Type="http://schemas.openxmlformats.org/officeDocument/2006/relationships/tags" Target="../tags/tag703.xml"/><Relationship Id="rId5" Type="http://schemas.openxmlformats.org/officeDocument/2006/relationships/tags" Target="../tags/tag704.xml"/><Relationship Id="rId6" Type="http://schemas.openxmlformats.org/officeDocument/2006/relationships/tags" Target="../tags/tag705.xml"/><Relationship Id="rId7" Type="http://schemas.openxmlformats.org/officeDocument/2006/relationships/tags" Target="../tags/tag706.xml"/><Relationship Id="rId8" Type="http://schemas.openxmlformats.org/officeDocument/2006/relationships/tags" Target="../tags/tag707.xml"/><Relationship Id="rId9" Type="http://schemas.openxmlformats.org/officeDocument/2006/relationships/tags" Target="../tags/tag708.xml"/><Relationship Id="rId10" Type="http://schemas.openxmlformats.org/officeDocument/2006/relationships/tags" Target="../tags/tag709.xml"/><Relationship Id="rId11" Type="http://schemas.openxmlformats.org/officeDocument/2006/relationships/tags" Target="../tags/tag71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tags" Target="../tags/tag711.xml"/><Relationship Id="rId4" Type="http://schemas.openxmlformats.org/officeDocument/2006/relationships/tags" Target="../tags/tag712.xml"/><Relationship Id="rId5" Type="http://schemas.openxmlformats.org/officeDocument/2006/relationships/tags" Target="../tags/tag713.xml"/><Relationship Id="rId6" Type="http://schemas.openxmlformats.org/officeDocument/2006/relationships/tags" Target="../tags/tag714.xml"/><Relationship Id="rId7" Type="http://schemas.openxmlformats.org/officeDocument/2006/relationships/tags" Target="../tags/tag715.xml"/><Relationship Id="rId8" Type="http://schemas.openxmlformats.org/officeDocument/2006/relationships/tags" Target="../tags/tag716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27.xml"/><Relationship Id="rId3" Type="http://schemas.openxmlformats.org/officeDocument/2006/relationships/image" Target="../media/image1.png"/><Relationship Id="rId4" Type="http://schemas.openxmlformats.org/officeDocument/2006/relationships/tags" Target="../tags/tag728.xml"/><Relationship Id="rId5" Type="http://schemas.openxmlformats.org/officeDocument/2006/relationships/tags" Target="../tags/tag729.xml"/><Relationship Id="rId6" Type="http://schemas.openxmlformats.org/officeDocument/2006/relationships/tags" Target="../tags/tag730.xml"/><Relationship Id="rId7" Type="http://schemas.openxmlformats.org/officeDocument/2006/relationships/tags" Target="../tags/tag731.xml"/><Relationship Id="rId8" Type="http://schemas.openxmlformats.org/officeDocument/2006/relationships/tags" Target="../tags/tag732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33.xml"/><Relationship Id="rId3" Type="http://schemas.openxmlformats.org/officeDocument/2006/relationships/tags" Target="../tags/tag734.xml"/><Relationship Id="rId4" Type="http://schemas.openxmlformats.org/officeDocument/2006/relationships/image" Target="../media/image2.png"/><Relationship Id="rId5" Type="http://schemas.openxmlformats.org/officeDocument/2006/relationships/tags" Target="../tags/tag735.xml"/><Relationship Id="rId6" Type="http://schemas.openxmlformats.org/officeDocument/2006/relationships/tags" Target="../tags/tag736.xml"/><Relationship Id="rId7" Type="http://schemas.openxmlformats.org/officeDocument/2006/relationships/tags" Target="../tags/tag737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38.xml"/><Relationship Id="rId3" Type="http://schemas.openxmlformats.org/officeDocument/2006/relationships/tags" Target="../tags/tag739.xml"/><Relationship Id="rId4" Type="http://schemas.openxmlformats.org/officeDocument/2006/relationships/tags" Target="../tags/tag740.xml"/><Relationship Id="rId5" Type="http://schemas.openxmlformats.org/officeDocument/2006/relationships/image" Target="../media/image3.png"/><Relationship Id="rId6" Type="http://schemas.openxmlformats.org/officeDocument/2006/relationships/tags" Target="../tags/tag741.xml"/><Relationship Id="rId7" Type="http://schemas.openxmlformats.org/officeDocument/2006/relationships/tags" Target="../tags/tag742.xml"/><Relationship Id="rId8" Type="http://schemas.openxmlformats.org/officeDocument/2006/relationships/tags" Target="../tags/tag743.xml"/><Relationship Id="rId9" Type="http://schemas.openxmlformats.org/officeDocument/2006/relationships/tags" Target="../tags/tag744.xml"/><Relationship Id="rId10" Type="http://schemas.openxmlformats.org/officeDocument/2006/relationships/tags" Target="../tags/tag745.xml"/><Relationship Id="rId11" Type="http://schemas.openxmlformats.org/officeDocument/2006/relationships/tags" Target="../tags/tag746.xml"/><Relationship Id="rId12" Type="http://schemas.openxmlformats.org/officeDocument/2006/relationships/tags" Target="../tags/tag747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48.xml"/><Relationship Id="rId3" Type="http://schemas.openxmlformats.org/officeDocument/2006/relationships/tags" Target="../tags/tag749.xml"/><Relationship Id="rId4" Type="http://schemas.openxmlformats.org/officeDocument/2006/relationships/tags" Target="../tags/tag750.xml"/><Relationship Id="rId5" Type="http://schemas.openxmlformats.org/officeDocument/2006/relationships/tags" Target="../tags/tag751.xml"/><Relationship Id="rId6" Type="http://schemas.openxmlformats.org/officeDocument/2006/relationships/tags" Target="../tags/tag752.xml"/><Relationship Id="rId7" Type="http://schemas.openxmlformats.org/officeDocument/2006/relationships/tags" Target="../tags/tag75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54.xml"/><Relationship Id="rId3" Type="http://schemas.openxmlformats.org/officeDocument/2006/relationships/tags" Target="../tags/tag755.xml"/><Relationship Id="rId4" Type="http://schemas.openxmlformats.org/officeDocument/2006/relationships/tags" Target="../tags/tag756.xml"/><Relationship Id="rId5" Type="http://schemas.openxmlformats.org/officeDocument/2006/relationships/tags" Target="../tags/tag757.xml"/><Relationship Id="rId6" Type="http://schemas.openxmlformats.org/officeDocument/2006/relationships/tags" Target="../tags/tag758.xml"/><Relationship Id="rId7" Type="http://schemas.openxmlformats.org/officeDocument/2006/relationships/tags" Target="../tags/tag759.xml"/><Relationship Id="rId8" Type="http://schemas.openxmlformats.org/officeDocument/2006/relationships/tags" Target="../tags/tag760.xml"/><Relationship Id="rId9" Type="http://schemas.openxmlformats.org/officeDocument/2006/relationships/tags" Target="../tags/tag761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62.xml"/><Relationship Id="rId3" Type="http://schemas.openxmlformats.org/officeDocument/2006/relationships/tags" Target="../tags/tag763.xml"/><Relationship Id="rId4" Type="http://schemas.openxmlformats.org/officeDocument/2006/relationships/tags" Target="../tags/tag764.xml"/><Relationship Id="rId5" Type="http://schemas.openxmlformats.org/officeDocument/2006/relationships/tags" Target="../tags/tag765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66.xml"/><Relationship Id="rId3" Type="http://schemas.openxmlformats.org/officeDocument/2006/relationships/image" Target="../media/image3.png"/><Relationship Id="rId4" Type="http://schemas.openxmlformats.org/officeDocument/2006/relationships/tags" Target="../tags/tag767.xml"/><Relationship Id="rId5" Type="http://schemas.openxmlformats.org/officeDocument/2006/relationships/tags" Target="../tags/tag768.xml"/><Relationship Id="rId6" Type="http://schemas.openxmlformats.org/officeDocument/2006/relationships/tags" Target="../tags/tag769.xml"/><Relationship Id="rId7" Type="http://schemas.openxmlformats.org/officeDocument/2006/relationships/tags" Target="../tags/tag77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71.xml"/><Relationship Id="rId3" Type="http://schemas.openxmlformats.org/officeDocument/2006/relationships/tags" Target="../tags/tag772.xml"/><Relationship Id="rId4" Type="http://schemas.openxmlformats.org/officeDocument/2006/relationships/tags" Target="../tags/tag773.xml"/><Relationship Id="rId5" Type="http://schemas.openxmlformats.org/officeDocument/2006/relationships/tags" Target="../tags/tag774.xml"/><Relationship Id="rId6" Type="http://schemas.openxmlformats.org/officeDocument/2006/relationships/tags" Target="../tags/tag775.xml"/><Relationship Id="rId7" Type="http://schemas.openxmlformats.org/officeDocument/2006/relationships/tags" Target="../tags/tag776.xml"/><Relationship Id="rId8" Type="http://schemas.openxmlformats.org/officeDocument/2006/relationships/tags" Target="../tags/tag777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78.xml"/><Relationship Id="rId3" Type="http://schemas.openxmlformats.org/officeDocument/2006/relationships/tags" Target="../tags/tag779.xml"/><Relationship Id="rId4" Type="http://schemas.openxmlformats.org/officeDocument/2006/relationships/tags" Target="../tags/tag780.xml"/><Relationship Id="rId5" Type="http://schemas.openxmlformats.org/officeDocument/2006/relationships/tags" Target="../tags/tag781.xml"/><Relationship Id="rId6" Type="http://schemas.openxmlformats.org/officeDocument/2006/relationships/tags" Target="../tags/tag782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83.xml"/><Relationship Id="rId3" Type="http://schemas.openxmlformats.org/officeDocument/2006/relationships/tags" Target="../tags/tag784.xml"/><Relationship Id="rId4" Type="http://schemas.openxmlformats.org/officeDocument/2006/relationships/tags" Target="../tags/tag785.xml"/><Relationship Id="rId5" Type="http://schemas.openxmlformats.org/officeDocument/2006/relationships/tags" Target="../tags/tag786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787.xml"/><Relationship Id="rId3" Type="http://schemas.openxmlformats.org/officeDocument/2006/relationships/tags" Target="../tags/tag788.xml"/><Relationship Id="rId4" Type="http://schemas.openxmlformats.org/officeDocument/2006/relationships/tags" Target="../tags/tag789.xml"/><Relationship Id="rId5" Type="http://schemas.openxmlformats.org/officeDocument/2006/relationships/tags" Target="../tags/tag790.xml"/><Relationship Id="rId6" Type="http://schemas.openxmlformats.org/officeDocument/2006/relationships/tags" Target="../tags/tag79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tags" Target="../tags/tag792.xml"/><Relationship Id="rId4" Type="http://schemas.openxmlformats.org/officeDocument/2006/relationships/tags" Target="../tags/tag793.xml"/><Relationship Id="rId5" Type="http://schemas.openxmlformats.org/officeDocument/2006/relationships/tags" Target="../tags/tag794.xml"/><Relationship Id="rId6" Type="http://schemas.openxmlformats.org/officeDocument/2006/relationships/tags" Target="../tags/tag795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tags" Target="../tags/tag796.xml"/><Relationship Id="rId4" Type="http://schemas.openxmlformats.org/officeDocument/2006/relationships/tags" Target="../tags/tag797.xml"/><Relationship Id="rId5" Type="http://schemas.openxmlformats.org/officeDocument/2006/relationships/tags" Target="../tags/tag798.xml"/><Relationship Id="rId6" Type="http://schemas.openxmlformats.org/officeDocument/2006/relationships/tags" Target="../tags/tag799.xml"/><Relationship Id="rId7" Type="http://schemas.openxmlformats.org/officeDocument/2006/relationships/tags" Target="../tags/tag800.xml"/><Relationship Id="rId8" Type="http://schemas.openxmlformats.org/officeDocument/2006/relationships/tags" Target="../tags/tag80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tags" Target="../tags/tag802.xml"/><Relationship Id="rId4" Type="http://schemas.openxmlformats.org/officeDocument/2006/relationships/tags" Target="../tags/tag803.xml"/><Relationship Id="rId5" Type="http://schemas.openxmlformats.org/officeDocument/2006/relationships/tags" Target="../tags/tag804.xml"/><Relationship Id="rId6" Type="http://schemas.openxmlformats.org/officeDocument/2006/relationships/tags" Target="../tags/tag805.xml"/><Relationship Id="rId7" Type="http://schemas.openxmlformats.org/officeDocument/2006/relationships/tags" Target="../tags/tag806.xml"/><Relationship Id="rId8" Type="http://schemas.openxmlformats.org/officeDocument/2006/relationships/tags" Target="../tags/tag807.xml"/><Relationship Id="rId9" Type="http://schemas.openxmlformats.org/officeDocument/2006/relationships/tags" Target="../tags/tag808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tags" Target="../tags/tag809.xml"/><Relationship Id="rId4" Type="http://schemas.openxmlformats.org/officeDocument/2006/relationships/tags" Target="../tags/tag810.xml"/><Relationship Id="rId5" Type="http://schemas.openxmlformats.org/officeDocument/2006/relationships/tags" Target="../tags/tag811.xml"/><Relationship Id="rId6" Type="http://schemas.openxmlformats.org/officeDocument/2006/relationships/tags" Target="../tags/tag812.xml"/><Relationship Id="rId7" Type="http://schemas.openxmlformats.org/officeDocument/2006/relationships/tags" Target="../tags/tag813.xml"/><Relationship Id="rId8" Type="http://schemas.openxmlformats.org/officeDocument/2006/relationships/tags" Target="../tags/tag814.xml"/><Relationship Id="rId9" Type="http://schemas.openxmlformats.org/officeDocument/2006/relationships/tags" Target="../tags/tag815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tags" Target="../tags/tag816.xml"/><Relationship Id="rId4" Type="http://schemas.openxmlformats.org/officeDocument/2006/relationships/tags" Target="../tags/tag817.xml"/><Relationship Id="rId5" Type="http://schemas.openxmlformats.org/officeDocument/2006/relationships/tags" Target="../tags/tag818.xml"/><Relationship Id="rId6" Type="http://schemas.openxmlformats.org/officeDocument/2006/relationships/tags" Target="../tags/tag819.xml"/><Relationship Id="rId7" Type="http://schemas.openxmlformats.org/officeDocument/2006/relationships/tags" Target="../tags/tag820.xml"/><Relationship Id="rId8" Type="http://schemas.openxmlformats.org/officeDocument/2006/relationships/tags" Target="../tags/tag821.xml"/><Relationship Id="rId9" Type="http://schemas.openxmlformats.org/officeDocument/2006/relationships/tags" Target="../tags/tag822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tags" Target="../tags/tag823.xml"/><Relationship Id="rId4" Type="http://schemas.openxmlformats.org/officeDocument/2006/relationships/tags" Target="../tags/tag824.xml"/><Relationship Id="rId5" Type="http://schemas.openxmlformats.org/officeDocument/2006/relationships/tags" Target="../tags/tag825.xml"/><Relationship Id="rId6" Type="http://schemas.openxmlformats.org/officeDocument/2006/relationships/tags" Target="../tags/tag826.xml"/><Relationship Id="rId7" Type="http://schemas.openxmlformats.org/officeDocument/2006/relationships/tags" Target="../tags/tag827.xml"/><Relationship Id="rId8" Type="http://schemas.openxmlformats.org/officeDocument/2006/relationships/tags" Target="../tags/tag828.xml"/><Relationship Id="rId9" Type="http://schemas.openxmlformats.org/officeDocument/2006/relationships/tags" Target="../tags/tag829.xml"/><Relationship Id="rId10" Type="http://schemas.openxmlformats.org/officeDocument/2006/relationships/tags" Target="../tags/tag830.xml"/><Relationship Id="rId11" Type="http://schemas.openxmlformats.org/officeDocument/2006/relationships/tags" Target="../tags/tag83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tags" Target="../tags/tag832.xml"/><Relationship Id="rId4" Type="http://schemas.openxmlformats.org/officeDocument/2006/relationships/tags" Target="../tags/tag833.xml"/><Relationship Id="rId5" Type="http://schemas.openxmlformats.org/officeDocument/2006/relationships/tags" Target="../tags/tag834.xml"/><Relationship Id="rId6" Type="http://schemas.openxmlformats.org/officeDocument/2006/relationships/tags" Target="../tags/tag835.xml"/><Relationship Id="rId7" Type="http://schemas.openxmlformats.org/officeDocument/2006/relationships/tags" Target="../tags/tag836.xml"/><Relationship Id="rId8" Type="http://schemas.openxmlformats.org/officeDocument/2006/relationships/tags" Target="../tags/tag837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848.xml"/><Relationship Id="rId3" Type="http://schemas.openxmlformats.org/officeDocument/2006/relationships/image" Target="../media/image1.png"/><Relationship Id="rId4" Type="http://schemas.openxmlformats.org/officeDocument/2006/relationships/tags" Target="../tags/tag849.xml"/><Relationship Id="rId5" Type="http://schemas.openxmlformats.org/officeDocument/2006/relationships/tags" Target="../tags/tag850.xml"/><Relationship Id="rId6" Type="http://schemas.openxmlformats.org/officeDocument/2006/relationships/tags" Target="../tags/tag851.xml"/><Relationship Id="rId7" Type="http://schemas.openxmlformats.org/officeDocument/2006/relationships/tags" Target="../tags/tag852.xml"/><Relationship Id="rId8" Type="http://schemas.openxmlformats.org/officeDocument/2006/relationships/tags" Target="../tags/tag85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854.xml"/><Relationship Id="rId3" Type="http://schemas.openxmlformats.org/officeDocument/2006/relationships/tags" Target="../tags/tag855.xml"/><Relationship Id="rId4" Type="http://schemas.openxmlformats.org/officeDocument/2006/relationships/image" Target="../media/image2.png"/><Relationship Id="rId5" Type="http://schemas.openxmlformats.org/officeDocument/2006/relationships/tags" Target="../tags/tag856.xml"/><Relationship Id="rId6" Type="http://schemas.openxmlformats.org/officeDocument/2006/relationships/tags" Target="../tags/tag857.xml"/><Relationship Id="rId7" Type="http://schemas.openxmlformats.org/officeDocument/2006/relationships/tags" Target="../tags/tag858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859.xml"/><Relationship Id="rId3" Type="http://schemas.openxmlformats.org/officeDocument/2006/relationships/tags" Target="../tags/tag860.xml"/><Relationship Id="rId4" Type="http://schemas.openxmlformats.org/officeDocument/2006/relationships/tags" Target="../tags/tag861.xml"/><Relationship Id="rId5" Type="http://schemas.openxmlformats.org/officeDocument/2006/relationships/image" Target="../media/image3.png"/><Relationship Id="rId6" Type="http://schemas.openxmlformats.org/officeDocument/2006/relationships/tags" Target="../tags/tag862.xml"/><Relationship Id="rId7" Type="http://schemas.openxmlformats.org/officeDocument/2006/relationships/tags" Target="../tags/tag863.xml"/><Relationship Id="rId8" Type="http://schemas.openxmlformats.org/officeDocument/2006/relationships/tags" Target="../tags/tag864.xml"/><Relationship Id="rId9" Type="http://schemas.openxmlformats.org/officeDocument/2006/relationships/tags" Target="../tags/tag865.xml"/><Relationship Id="rId10" Type="http://schemas.openxmlformats.org/officeDocument/2006/relationships/tags" Target="../tags/tag866.xml"/><Relationship Id="rId11" Type="http://schemas.openxmlformats.org/officeDocument/2006/relationships/tags" Target="../tags/tag867.xml"/><Relationship Id="rId12" Type="http://schemas.openxmlformats.org/officeDocument/2006/relationships/tags" Target="../tags/tag868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869.xml"/><Relationship Id="rId3" Type="http://schemas.openxmlformats.org/officeDocument/2006/relationships/tags" Target="../tags/tag870.xml"/><Relationship Id="rId4" Type="http://schemas.openxmlformats.org/officeDocument/2006/relationships/tags" Target="../tags/tag871.xml"/><Relationship Id="rId5" Type="http://schemas.openxmlformats.org/officeDocument/2006/relationships/tags" Target="../tags/tag872.xml"/><Relationship Id="rId6" Type="http://schemas.openxmlformats.org/officeDocument/2006/relationships/tags" Target="../tags/tag873.xml"/><Relationship Id="rId7" Type="http://schemas.openxmlformats.org/officeDocument/2006/relationships/tags" Target="../tags/tag874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875.xml"/><Relationship Id="rId3" Type="http://schemas.openxmlformats.org/officeDocument/2006/relationships/tags" Target="../tags/tag876.xml"/><Relationship Id="rId4" Type="http://schemas.openxmlformats.org/officeDocument/2006/relationships/tags" Target="../tags/tag877.xml"/><Relationship Id="rId5" Type="http://schemas.openxmlformats.org/officeDocument/2006/relationships/tags" Target="../tags/tag878.xml"/><Relationship Id="rId6" Type="http://schemas.openxmlformats.org/officeDocument/2006/relationships/tags" Target="../tags/tag879.xml"/><Relationship Id="rId7" Type="http://schemas.openxmlformats.org/officeDocument/2006/relationships/tags" Target="../tags/tag880.xml"/><Relationship Id="rId8" Type="http://schemas.openxmlformats.org/officeDocument/2006/relationships/tags" Target="../tags/tag881.xml"/><Relationship Id="rId9" Type="http://schemas.openxmlformats.org/officeDocument/2006/relationships/tags" Target="../tags/tag882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883.xml"/><Relationship Id="rId3" Type="http://schemas.openxmlformats.org/officeDocument/2006/relationships/tags" Target="../tags/tag884.xml"/><Relationship Id="rId4" Type="http://schemas.openxmlformats.org/officeDocument/2006/relationships/tags" Target="../tags/tag885.xml"/><Relationship Id="rId5" Type="http://schemas.openxmlformats.org/officeDocument/2006/relationships/tags" Target="../tags/tag886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887.xml"/><Relationship Id="rId3" Type="http://schemas.openxmlformats.org/officeDocument/2006/relationships/image" Target="../media/image3.png"/><Relationship Id="rId4" Type="http://schemas.openxmlformats.org/officeDocument/2006/relationships/tags" Target="../tags/tag888.xml"/><Relationship Id="rId5" Type="http://schemas.openxmlformats.org/officeDocument/2006/relationships/tags" Target="../tags/tag889.xml"/><Relationship Id="rId6" Type="http://schemas.openxmlformats.org/officeDocument/2006/relationships/tags" Target="../tags/tag890.xml"/><Relationship Id="rId7" Type="http://schemas.openxmlformats.org/officeDocument/2006/relationships/tags" Target="../tags/tag891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892.xml"/><Relationship Id="rId3" Type="http://schemas.openxmlformats.org/officeDocument/2006/relationships/tags" Target="../tags/tag893.xml"/><Relationship Id="rId4" Type="http://schemas.openxmlformats.org/officeDocument/2006/relationships/tags" Target="../tags/tag894.xml"/><Relationship Id="rId5" Type="http://schemas.openxmlformats.org/officeDocument/2006/relationships/tags" Target="../tags/tag895.xml"/><Relationship Id="rId6" Type="http://schemas.openxmlformats.org/officeDocument/2006/relationships/tags" Target="../tags/tag896.xml"/><Relationship Id="rId7" Type="http://schemas.openxmlformats.org/officeDocument/2006/relationships/tags" Target="../tags/tag897.xml"/><Relationship Id="rId8" Type="http://schemas.openxmlformats.org/officeDocument/2006/relationships/tags" Target="../tags/tag898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899.xml"/><Relationship Id="rId3" Type="http://schemas.openxmlformats.org/officeDocument/2006/relationships/tags" Target="../tags/tag900.xml"/><Relationship Id="rId4" Type="http://schemas.openxmlformats.org/officeDocument/2006/relationships/tags" Target="../tags/tag901.xml"/><Relationship Id="rId5" Type="http://schemas.openxmlformats.org/officeDocument/2006/relationships/tags" Target="../tags/tag902.xml"/><Relationship Id="rId6" Type="http://schemas.openxmlformats.org/officeDocument/2006/relationships/tags" Target="../tags/tag90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904.xml"/><Relationship Id="rId3" Type="http://schemas.openxmlformats.org/officeDocument/2006/relationships/tags" Target="../tags/tag905.xml"/><Relationship Id="rId4" Type="http://schemas.openxmlformats.org/officeDocument/2006/relationships/tags" Target="../tags/tag906.xml"/><Relationship Id="rId5" Type="http://schemas.openxmlformats.org/officeDocument/2006/relationships/tags" Target="../tags/tag907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908.xml"/><Relationship Id="rId3" Type="http://schemas.openxmlformats.org/officeDocument/2006/relationships/tags" Target="../tags/tag909.xml"/><Relationship Id="rId4" Type="http://schemas.openxmlformats.org/officeDocument/2006/relationships/tags" Target="../tags/tag910.xml"/><Relationship Id="rId5" Type="http://schemas.openxmlformats.org/officeDocument/2006/relationships/tags" Target="../tags/tag911.xml"/><Relationship Id="rId6" Type="http://schemas.openxmlformats.org/officeDocument/2006/relationships/tags" Target="../tags/tag91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tags" Target="../tags/tag913.xml"/><Relationship Id="rId4" Type="http://schemas.openxmlformats.org/officeDocument/2006/relationships/tags" Target="../tags/tag914.xml"/><Relationship Id="rId5" Type="http://schemas.openxmlformats.org/officeDocument/2006/relationships/tags" Target="../tags/tag915.xml"/><Relationship Id="rId6" Type="http://schemas.openxmlformats.org/officeDocument/2006/relationships/tags" Target="../tags/tag916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tags" Target="../tags/tag917.xml"/><Relationship Id="rId4" Type="http://schemas.openxmlformats.org/officeDocument/2006/relationships/tags" Target="../tags/tag918.xml"/><Relationship Id="rId5" Type="http://schemas.openxmlformats.org/officeDocument/2006/relationships/tags" Target="../tags/tag919.xml"/><Relationship Id="rId6" Type="http://schemas.openxmlformats.org/officeDocument/2006/relationships/tags" Target="../tags/tag920.xml"/><Relationship Id="rId7" Type="http://schemas.openxmlformats.org/officeDocument/2006/relationships/tags" Target="../tags/tag921.xml"/><Relationship Id="rId8" Type="http://schemas.openxmlformats.org/officeDocument/2006/relationships/tags" Target="../tags/tag9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tags" Target="../tags/tag923.xml"/><Relationship Id="rId4" Type="http://schemas.openxmlformats.org/officeDocument/2006/relationships/tags" Target="../tags/tag924.xml"/><Relationship Id="rId5" Type="http://schemas.openxmlformats.org/officeDocument/2006/relationships/tags" Target="../tags/tag925.xml"/><Relationship Id="rId6" Type="http://schemas.openxmlformats.org/officeDocument/2006/relationships/tags" Target="../tags/tag926.xml"/><Relationship Id="rId7" Type="http://schemas.openxmlformats.org/officeDocument/2006/relationships/tags" Target="../tags/tag927.xml"/><Relationship Id="rId8" Type="http://schemas.openxmlformats.org/officeDocument/2006/relationships/tags" Target="../tags/tag928.xml"/><Relationship Id="rId9" Type="http://schemas.openxmlformats.org/officeDocument/2006/relationships/tags" Target="../tags/tag929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tags" Target="../tags/tag930.xml"/><Relationship Id="rId4" Type="http://schemas.openxmlformats.org/officeDocument/2006/relationships/tags" Target="../tags/tag931.xml"/><Relationship Id="rId5" Type="http://schemas.openxmlformats.org/officeDocument/2006/relationships/tags" Target="../tags/tag932.xml"/><Relationship Id="rId6" Type="http://schemas.openxmlformats.org/officeDocument/2006/relationships/tags" Target="../tags/tag933.xml"/><Relationship Id="rId7" Type="http://schemas.openxmlformats.org/officeDocument/2006/relationships/tags" Target="../tags/tag934.xml"/><Relationship Id="rId8" Type="http://schemas.openxmlformats.org/officeDocument/2006/relationships/tags" Target="../tags/tag935.xml"/><Relationship Id="rId9" Type="http://schemas.openxmlformats.org/officeDocument/2006/relationships/tags" Target="../tags/tag936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tags" Target="../tags/tag937.xml"/><Relationship Id="rId4" Type="http://schemas.openxmlformats.org/officeDocument/2006/relationships/tags" Target="../tags/tag938.xml"/><Relationship Id="rId5" Type="http://schemas.openxmlformats.org/officeDocument/2006/relationships/tags" Target="../tags/tag939.xml"/><Relationship Id="rId6" Type="http://schemas.openxmlformats.org/officeDocument/2006/relationships/tags" Target="../tags/tag940.xml"/><Relationship Id="rId7" Type="http://schemas.openxmlformats.org/officeDocument/2006/relationships/tags" Target="../tags/tag941.xml"/><Relationship Id="rId8" Type="http://schemas.openxmlformats.org/officeDocument/2006/relationships/tags" Target="../tags/tag942.xml"/><Relationship Id="rId9" Type="http://schemas.openxmlformats.org/officeDocument/2006/relationships/tags" Target="../tags/tag94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tags" Target="../tags/tag944.xml"/><Relationship Id="rId4" Type="http://schemas.openxmlformats.org/officeDocument/2006/relationships/tags" Target="../tags/tag945.xml"/><Relationship Id="rId5" Type="http://schemas.openxmlformats.org/officeDocument/2006/relationships/tags" Target="../tags/tag946.xml"/><Relationship Id="rId6" Type="http://schemas.openxmlformats.org/officeDocument/2006/relationships/tags" Target="../tags/tag947.xml"/><Relationship Id="rId7" Type="http://schemas.openxmlformats.org/officeDocument/2006/relationships/tags" Target="../tags/tag948.xml"/><Relationship Id="rId8" Type="http://schemas.openxmlformats.org/officeDocument/2006/relationships/tags" Target="../tags/tag949.xml"/><Relationship Id="rId9" Type="http://schemas.openxmlformats.org/officeDocument/2006/relationships/tags" Target="../tags/tag950.xml"/><Relationship Id="rId10" Type="http://schemas.openxmlformats.org/officeDocument/2006/relationships/tags" Target="../tags/tag951.xml"/><Relationship Id="rId11" Type="http://schemas.openxmlformats.org/officeDocument/2006/relationships/tags" Target="../tags/tag95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tags" Target="../tags/tag953.xml"/><Relationship Id="rId4" Type="http://schemas.openxmlformats.org/officeDocument/2006/relationships/tags" Target="../tags/tag954.xml"/><Relationship Id="rId5" Type="http://schemas.openxmlformats.org/officeDocument/2006/relationships/tags" Target="../tags/tag955.xml"/><Relationship Id="rId6" Type="http://schemas.openxmlformats.org/officeDocument/2006/relationships/tags" Target="../tags/tag956.xml"/><Relationship Id="rId7" Type="http://schemas.openxmlformats.org/officeDocument/2006/relationships/tags" Target="../tags/tag957.xml"/><Relationship Id="rId8" Type="http://schemas.openxmlformats.org/officeDocument/2006/relationships/tags" Target="../tags/tag958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969.xml"/><Relationship Id="rId3" Type="http://schemas.openxmlformats.org/officeDocument/2006/relationships/image" Target="../media/image1.png"/><Relationship Id="rId4" Type="http://schemas.openxmlformats.org/officeDocument/2006/relationships/tags" Target="../tags/tag970.xml"/><Relationship Id="rId5" Type="http://schemas.openxmlformats.org/officeDocument/2006/relationships/tags" Target="../tags/tag971.xml"/><Relationship Id="rId6" Type="http://schemas.openxmlformats.org/officeDocument/2006/relationships/tags" Target="../tags/tag972.xml"/><Relationship Id="rId7" Type="http://schemas.openxmlformats.org/officeDocument/2006/relationships/tags" Target="../tags/tag973.xml"/><Relationship Id="rId8" Type="http://schemas.openxmlformats.org/officeDocument/2006/relationships/tags" Target="../tags/tag974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975.xml"/><Relationship Id="rId3" Type="http://schemas.openxmlformats.org/officeDocument/2006/relationships/tags" Target="../tags/tag976.xml"/><Relationship Id="rId4" Type="http://schemas.openxmlformats.org/officeDocument/2006/relationships/image" Target="../media/image2.png"/><Relationship Id="rId5" Type="http://schemas.openxmlformats.org/officeDocument/2006/relationships/tags" Target="../tags/tag977.xml"/><Relationship Id="rId6" Type="http://schemas.openxmlformats.org/officeDocument/2006/relationships/tags" Target="../tags/tag978.xml"/><Relationship Id="rId7" Type="http://schemas.openxmlformats.org/officeDocument/2006/relationships/tags" Target="../tags/tag979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980.xml"/><Relationship Id="rId3" Type="http://schemas.openxmlformats.org/officeDocument/2006/relationships/tags" Target="../tags/tag981.xml"/><Relationship Id="rId4" Type="http://schemas.openxmlformats.org/officeDocument/2006/relationships/tags" Target="../tags/tag982.xml"/><Relationship Id="rId5" Type="http://schemas.openxmlformats.org/officeDocument/2006/relationships/image" Target="../media/image3.png"/><Relationship Id="rId6" Type="http://schemas.openxmlformats.org/officeDocument/2006/relationships/tags" Target="../tags/tag983.xml"/><Relationship Id="rId7" Type="http://schemas.openxmlformats.org/officeDocument/2006/relationships/tags" Target="../tags/tag984.xml"/><Relationship Id="rId8" Type="http://schemas.openxmlformats.org/officeDocument/2006/relationships/tags" Target="../tags/tag985.xml"/><Relationship Id="rId9" Type="http://schemas.openxmlformats.org/officeDocument/2006/relationships/tags" Target="../tags/tag986.xml"/><Relationship Id="rId10" Type="http://schemas.openxmlformats.org/officeDocument/2006/relationships/tags" Target="../tags/tag987.xml"/><Relationship Id="rId11" Type="http://schemas.openxmlformats.org/officeDocument/2006/relationships/tags" Target="../tags/tag988.xml"/><Relationship Id="rId12" Type="http://schemas.openxmlformats.org/officeDocument/2006/relationships/tags" Target="../tags/tag989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990.xml"/><Relationship Id="rId3" Type="http://schemas.openxmlformats.org/officeDocument/2006/relationships/tags" Target="../tags/tag991.xml"/><Relationship Id="rId4" Type="http://schemas.openxmlformats.org/officeDocument/2006/relationships/tags" Target="../tags/tag992.xml"/><Relationship Id="rId5" Type="http://schemas.openxmlformats.org/officeDocument/2006/relationships/tags" Target="../tags/tag993.xml"/><Relationship Id="rId6" Type="http://schemas.openxmlformats.org/officeDocument/2006/relationships/tags" Target="../tags/tag994.xml"/><Relationship Id="rId7" Type="http://schemas.openxmlformats.org/officeDocument/2006/relationships/tags" Target="../tags/tag995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996.xml"/><Relationship Id="rId3" Type="http://schemas.openxmlformats.org/officeDocument/2006/relationships/tags" Target="../tags/tag997.xml"/><Relationship Id="rId4" Type="http://schemas.openxmlformats.org/officeDocument/2006/relationships/tags" Target="../tags/tag998.xml"/><Relationship Id="rId5" Type="http://schemas.openxmlformats.org/officeDocument/2006/relationships/tags" Target="../tags/tag999.xml"/><Relationship Id="rId6" Type="http://schemas.openxmlformats.org/officeDocument/2006/relationships/tags" Target="../tags/tag1000.xml"/><Relationship Id="rId7" Type="http://schemas.openxmlformats.org/officeDocument/2006/relationships/tags" Target="../tags/tag1001.xml"/><Relationship Id="rId8" Type="http://schemas.openxmlformats.org/officeDocument/2006/relationships/tags" Target="../tags/tag1002.xml"/><Relationship Id="rId9" Type="http://schemas.openxmlformats.org/officeDocument/2006/relationships/tags" Target="../tags/tag1003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1004.xml"/><Relationship Id="rId3" Type="http://schemas.openxmlformats.org/officeDocument/2006/relationships/tags" Target="../tags/tag1005.xml"/><Relationship Id="rId4" Type="http://schemas.openxmlformats.org/officeDocument/2006/relationships/tags" Target="../tags/tag1006.xml"/><Relationship Id="rId5" Type="http://schemas.openxmlformats.org/officeDocument/2006/relationships/tags" Target="../tags/tag1007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1008.xml"/><Relationship Id="rId3" Type="http://schemas.openxmlformats.org/officeDocument/2006/relationships/image" Target="../media/image3.png"/><Relationship Id="rId4" Type="http://schemas.openxmlformats.org/officeDocument/2006/relationships/tags" Target="../tags/tag1009.xml"/><Relationship Id="rId5" Type="http://schemas.openxmlformats.org/officeDocument/2006/relationships/tags" Target="../tags/tag1010.xml"/><Relationship Id="rId6" Type="http://schemas.openxmlformats.org/officeDocument/2006/relationships/tags" Target="../tags/tag1011.xml"/><Relationship Id="rId7" Type="http://schemas.openxmlformats.org/officeDocument/2006/relationships/tags" Target="../tags/tag1012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1013.xml"/><Relationship Id="rId3" Type="http://schemas.openxmlformats.org/officeDocument/2006/relationships/tags" Target="../tags/tag1014.xml"/><Relationship Id="rId4" Type="http://schemas.openxmlformats.org/officeDocument/2006/relationships/tags" Target="../tags/tag1015.xml"/><Relationship Id="rId5" Type="http://schemas.openxmlformats.org/officeDocument/2006/relationships/tags" Target="../tags/tag1016.xml"/><Relationship Id="rId6" Type="http://schemas.openxmlformats.org/officeDocument/2006/relationships/tags" Target="../tags/tag1017.xml"/><Relationship Id="rId7" Type="http://schemas.openxmlformats.org/officeDocument/2006/relationships/tags" Target="../tags/tag1018.xml"/><Relationship Id="rId8" Type="http://schemas.openxmlformats.org/officeDocument/2006/relationships/tags" Target="../tags/tag1019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1020.xml"/><Relationship Id="rId3" Type="http://schemas.openxmlformats.org/officeDocument/2006/relationships/tags" Target="../tags/tag1021.xml"/><Relationship Id="rId4" Type="http://schemas.openxmlformats.org/officeDocument/2006/relationships/tags" Target="../tags/tag1022.xml"/><Relationship Id="rId5" Type="http://schemas.openxmlformats.org/officeDocument/2006/relationships/tags" Target="../tags/tag1023.xml"/><Relationship Id="rId6" Type="http://schemas.openxmlformats.org/officeDocument/2006/relationships/tags" Target="../tags/tag1024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1025.xml"/><Relationship Id="rId3" Type="http://schemas.openxmlformats.org/officeDocument/2006/relationships/tags" Target="../tags/tag1026.xml"/><Relationship Id="rId4" Type="http://schemas.openxmlformats.org/officeDocument/2006/relationships/tags" Target="../tags/tag1027.xml"/><Relationship Id="rId5" Type="http://schemas.openxmlformats.org/officeDocument/2006/relationships/tags" Target="../tags/tag1028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1029.xml"/><Relationship Id="rId3" Type="http://schemas.openxmlformats.org/officeDocument/2006/relationships/tags" Target="../tags/tag1030.xml"/><Relationship Id="rId4" Type="http://schemas.openxmlformats.org/officeDocument/2006/relationships/tags" Target="../tags/tag1031.xml"/><Relationship Id="rId5" Type="http://schemas.openxmlformats.org/officeDocument/2006/relationships/tags" Target="../tags/tag1032.xml"/><Relationship Id="rId6" Type="http://schemas.openxmlformats.org/officeDocument/2006/relationships/tags" Target="../tags/tag103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tags" Target="../tags/tag1034.xml"/><Relationship Id="rId4" Type="http://schemas.openxmlformats.org/officeDocument/2006/relationships/tags" Target="../tags/tag1035.xml"/><Relationship Id="rId5" Type="http://schemas.openxmlformats.org/officeDocument/2006/relationships/tags" Target="../tags/tag1036.xml"/><Relationship Id="rId6" Type="http://schemas.openxmlformats.org/officeDocument/2006/relationships/tags" Target="../tags/tag1037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tags" Target="../tags/tag1038.xml"/><Relationship Id="rId4" Type="http://schemas.openxmlformats.org/officeDocument/2006/relationships/tags" Target="../tags/tag1039.xml"/><Relationship Id="rId5" Type="http://schemas.openxmlformats.org/officeDocument/2006/relationships/tags" Target="../tags/tag1040.xml"/><Relationship Id="rId6" Type="http://schemas.openxmlformats.org/officeDocument/2006/relationships/tags" Target="../tags/tag1041.xml"/><Relationship Id="rId7" Type="http://schemas.openxmlformats.org/officeDocument/2006/relationships/tags" Target="../tags/tag1042.xml"/><Relationship Id="rId8" Type="http://schemas.openxmlformats.org/officeDocument/2006/relationships/tags" Target="../tags/tag104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tags" Target="../tags/tag1044.xml"/><Relationship Id="rId4" Type="http://schemas.openxmlformats.org/officeDocument/2006/relationships/tags" Target="../tags/tag1045.xml"/><Relationship Id="rId5" Type="http://schemas.openxmlformats.org/officeDocument/2006/relationships/tags" Target="../tags/tag1046.xml"/><Relationship Id="rId6" Type="http://schemas.openxmlformats.org/officeDocument/2006/relationships/tags" Target="../tags/tag1047.xml"/><Relationship Id="rId7" Type="http://schemas.openxmlformats.org/officeDocument/2006/relationships/tags" Target="../tags/tag1048.xml"/><Relationship Id="rId8" Type="http://schemas.openxmlformats.org/officeDocument/2006/relationships/tags" Target="../tags/tag1049.xml"/><Relationship Id="rId9" Type="http://schemas.openxmlformats.org/officeDocument/2006/relationships/tags" Target="../tags/tag1050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tags" Target="../tags/tag1051.xml"/><Relationship Id="rId4" Type="http://schemas.openxmlformats.org/officeDocument/2006/relationships/tags" Target="../tags/tag1052.xml"/><Relationship Id="rId5" Type="http://schemas.openxmlformats.org/officeDocument/2006/relationships/tags" Target="../tags/tag1053.xml"/><Relationship Id="rId6" Type="http://schemas.openxmlformats.org/officeDocument/2006/relationships/tags" Target="../tags/tag1054.xml"/><Relationship Id="rId7" Type="http://schemas.openxmlformats.org/officeDocument/2006/relationships/tags" Target="../tags/tag1055.xml"/><Relationship Id="rId8" Type="http://schemas.openxmlformats.org/officeDocument/2006/relationships/tags" Target="../tags/tag1056.xml"/><Relationship Id="rId9" Type="http://schemas.openxmlformats.org/officeDocument/2006/relationships/tags" Target="../tags/tag1057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tags" Target="../tags/tag1058.xml"/><Relationship Id="rId4" Type="http://schemas.openxmlformats.org/officeDocument/2006/relationships/tags" Target="../tags/tag1059.xml"/><Relationship Id="rId5" Type="http://schemas.openxmlformats.org/officeDocument/2006/relationships/tags" Target="../tags/tag1060.xml"/><Relationship Id="rId6" Type="http://schemas.openxmlformats.org/officeDocument/2006/relationships/tags" Target="../tags/tag1061.xml"/><Relationship Id="rId7" Type="http://schemas.openxmlformats.org/officeDocument/2006/relationships/tags" Target="../tags/tag1062.xml"/><Relationship Id="rId8" Type="http://schemas.openxmlformats.org/officeDocument/2006/relationships/tags" Target="../tags/tag1063.xml"/><Relationship Id="rId9" Type="http://schemas.openxmlformats.org/officeDocument/2006/relationships/tags" Target="../tags/tag1064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tags" Target="../tags/tag1065.xml"/><Relationship Id="rId4" Type="http://schemas.openxmlformats.org/officeDocument/2006/relationships/tags" Target="../tags/tag1066.xml"/><Relationship Id="rId5" Type="http://schemas.openxmlformats.org/officeDocument/2006/relationships/tags" Target="../tags/tag1067.xml"/><Relationship Id="rId6" Type="http://schemas.openxmlformats.org/officeDocument/2006/relationships/tags" Target="../tags/tag1068.xml"/><Relationship Id="rId7" Type="http://schemas.openxmlformats.org/officeDocument/2006/relationships/tags" Target="../tags/tag1069.xml"/><Relationship Id="rId8" Type="http://schemas.openxmlformats.org/officeDocument/2006/relationships/tags" Target="../tags/tag1070.xml"/><Relationship Id="rId9" Type="http://schemas.openxmlformats.org/officeDocument/2006/relationships/tags" Target="../tags/tag1071.xml"/><Relationship Id="rId10" Type="http://schemas.openxmlformats.org/officeDocument/2006/relationships/tags" Target="../tags/tag1072.xml"/><Relationship Id="rId11" Type="http://schemas.openxmlformats.org/officeDocument/2006/relationships/tags" Target="../tags/tag107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tags" Target="../tags/tag1074.xml"/><Relationship Id="rId4" Type="http://schemas.openxmlformats.org/officeDocument/2006/relationships/tags" Target="../tags/tag1075.xml"/><Relationship Id="rId5" Type="http://schemas.openxmlformats.org/officeDocument/2006/relationships/tags" Target="../tags/tag1076.xml"/><Relationship Id="rId6" Type="http://schemas.openxmlformats.org/officeDocument/2006/relationships/tags" Target="../tags/tag1077.xml"/><Relationship Id="rId7" Type="http://schemas.openxmlformats.org/officeDocument/2006/relationships/tags" Target="../tags/tag1078.xml"/><Relationship Id="rId8" Type="http://schemas.openxmlformats.org/officeDocument/2006/relationships/tags" Target="../tags/tag107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1122421"/>
            <a:ext cx="9144900" cy="238772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3602223"/>
            <a:ext cx="9144900" cy="16558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1709826"/>
            <a:ext cx="10516635" cy="285288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4589699"/>
            <a:ext cx="10516635" cy="150026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60" y="1600282"/>
            <a:ext cx="5377201" cy="4526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339" y="1600282"/>
            <a:ext cx="5377201" cy="4526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65144"/>
            <a:ext cx="10516635" cy="132563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91" y="1778530"/>
            <a:ext cx="4874054" cy="82395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5"/>
            </a:lvl4pPr>
            <a:lvl5pPr marL="1371600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91" y="2665516"/>
            <a:ext cx="4874054" cy="35244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54" y="1778530"/>
            <a:ext cx="4898058" cy="82395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5"/>
            </a:lvl4pPr>
            <a:lvl5pPr marL="1371600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54" y="2665516"/>
            <a:ext cx="4898058" cy="35244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24"/>
            <a:ext cx="3932624" cy="160028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987476"/>
            <a:ext cx="6172808" cy="487387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506"/>
            <a:ext cx="3932624" cy="381178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24"/>
            <a:ext cx="4165759" cy="160028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457225"/>
            <a:ext cx="6172808" cy="540412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506"/>
            <a:ext cx="4165759" cy="381178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8700" indent="0">
              <a:buNone/>
              <a:defRPr sz="1055"/>
            </a:lvl4pPr>
            <a:lvl5pPr marL="1371600" indent="0">
              <a:buNone/>
              <a:defRPr sz="1055"/>
            </a:lvl5pPr>
            <a:lvl6pPr marL="1714500" indent="0">
              <a:buNone/>
              <a:defRPr sz="1055"/>
            </a:lvl6pPr>
            <a:lvl7pPr marL="2057400" indent="0">
              <a:buNone/>
              <a:defRPr sz="1055"/>
            </a:lvl7pPr>
            <a:lvl8pPr marL="2400300" indent="0">
              <a:buNone/>
              <a:defRPr sz="1055"/>
            </a:lvl8pPr>
            <a:lvl9pPr marL="2743835" indent="0">
              <a:buNone/>
              <a:defRPr sz="10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70" y="274652"/>
            <a:ext cx="2743470" cy="585182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60" y="274652"/>
            <a:ext cx="8071369" cy="585182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tags" Target="../tags/tag112.xml"/><Relationship Id="rId20" Type="http://schemas.openxmlformats.org/officeDocument/2006/relationships/image" Target="../media/image3.png"/><Relationship Id="rId21" Type="http://schemas.openxmlformats.org/officeDocument/2006/relationships/tags" Target="../tags/tag113.xml"/><Relationship Id="rId22" Type="http://schemas.openxmlformats.org/officeDocument/2006/relationships/tags" Target="../tags/tag114.xml"/><Relationship Id="rId23" Type="http://schemas.openxmlformats.org/officeDocument/2006/relationships/tags" Target="../tags/tag115.xml"/><Relationship Id="rId24" Type="http://schemas.openxmlformats.org/officeDocument/2006/relationships/tags" Target="../tags/tag116.xml"/><Relationship Id="rId25" Type="http://schemas.openxmlformats.org/officeDocument/2006/relationships/tags" Target="../tags/tag117.xml"/><Relationship Id="rId26" Type="http://schemas.openxmlformats.org/officeDocument/2006/relationships/tags" Target="../tags/tag118.xml"/><Relationship Id="rId27" Type="http://schemas.openxmlformats.org/officeDocument/2006/relationships/tags" Target="../tags/tag119.xml"/><Relationship Id="rId28" Type="http://schemas.openxmlformats.org/officeDocument/2006/relationships/tags" Target="../tags/tag120.xml"/><Relationship Id="rId29" Type="http://schemas.openxmlformats.org/officeDocument/2006/relationships/tags" Target="../tags/tag121.xml"/><Relationship Id="rId30" Type="http://schemas.openxmlformats.org/officeDocument/2006/relationships/image" Target="../media/image5.png"/><Relationship Id="rId3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47.xml"/><Relationship Id="rId19" Type="http://schemas.openxmlformats.org/officeDocument/2006/relationships/tags" Target="../tags/tag233.xml"/><Relationship Id="rId20" Type="http://schemas.openxmlformats.org/officeDocument/2006/relationships/image" Target="../media/image3.png"/><Relationship Id="rId21" Type="http://schemas.openxmlformats.org/officeDocument/2006/relationships/tags" Target="../tags/tag234.xml"/><Relationship Id="rId22" Type="http://schemas.openxmlformats.org/officeDocument/2006/relationships/tags" Target="../tags/tag235.xml"/><Relationship Id="rId23" Type="http://schemas.openxmlformats.org/officeDocument/2006/relationships/tags" Target="../tags/tag236.xml"/><Relationship Id="rId24" Type="http://schemas.openxmlformats.org/officeDocument/2006/relationships/tags" Target="../tags/tag237.xml"/><Relationship Id="rId25" Type="http://schemas.openxmlformats.org/officeDocument/2006/relationships/tags" Target="../tags/tag238.xml"/><Relationship Id="rId26" Type="http://schemas.openxmlformats.org/officeDocument/2006/relationships/tags" Target="../tags/tag239.xml"/><Relationship Id="rId27" Type="http://schemas.openxmlformats.org/officeDocument/2006/relationships/tags" Target="../tags/tag240.xml"/><Relationship Id="rId28" Type="http://schemas.openxmlformats.org/officeDocument/2006/relationships/tags" Target="../tags/tag241.xml"/><Relationship Id="rId29" Type="http://schemas.openxmlformats.org/officeDocument/2006/relationships/tags" Target="../tags/tag242.xml"/><Relationship Id="rId30" Type="http://schemas.openxmlformats.org/officeDocument/2006/relationships/image" Target="../media/image5.png"/><Relationship Id="rId3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5.xml"/><Relationship Id="rId19" Type="http://schemas.openxmlformats.org/officeDocument/2006/relationships/tags" Target="../tags/tag354.xml"/><Relationship Id="rId20" Type="http://schemas.openxmlformats.org/officeDocument/2006/relationships/image" Target="../media/image3.png"/><Relationship Id="rId21" Type="http://schemas.openxmlformats.org/officeDocument/2006/relationships/tags" Target="../tags/tag355.xml"/><Relationship Id="rId22" Type="http://schemas.openxmlformats.org/officeDocument/2006/relationships/tags" Target="../tags/tag356.xml"/><Relationship Id="rId23" Type="http://schemas.openxmlformats.org/officeDocument/2006/relationships/tags" Target="../tags/tag357.xml"/><Relationship Id="rId24" Type="http://schemas.openxmlformats.org/officeDocument/2006/relationships/tags" Target="../tags/tag358.xml"/><Relationship Id="rId25" Type="http://schemas.openxmlformats.org/officeDocument/2006/relationships/tags" Target="../tags/tag359.xml"/><Relationship Id="rId26" Type="http://schemas.openxmlformats.org/officeDocument/2006/relationships/tags" Target="../tags/tag360.xml"/><Relationship Id="rId27" Type="http://schemas.openxmlformats.org/officeDocument/2006/relationships/tags" Target="../tags/tag361.xml"/><Relationship Id="rId28" Type="http://schemas.openxmlformats.org/officeDocument/2006/relationships/tags" Target="../tags/tag362.xml"/><Relationship Id="rId29" Type="http://schemas.openxmlformats.org/officeDocument/2006/relationships/tags" Target="../tags/tag363.xml"/><Relationship Id="rId30" Type="http://schemas.openxmlformats.org/officeDocument/2006/relationships/image" Target="../media/image5.png"/><Relationship Id="rId31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3.xml"/><Relationship Id="rId19" Type="http://schemas.openxmlformats.org/officeDocument/2006/relationships/tags" Target="../tags/tag475.xml"/><Relationship Id="rId20" Type="http://schemas.openxmlformats.org/officeDocument/2006/relationships/image" Target="../media/image3.png"/><Relationship Id="rId21" Type="http://schemas.openxmlformats.org/officeDocument/2006/relationships/tags" Target="../tags/tag476.xml"/><Relationship Id="rId22" Type="http://schemas.openxmlformats.org/officeDocument/2006/relationships/tags" Target="../tags/tag477.xml"/><Relationship Id="rId23" Type="http://schemas.openxmlformats.org/officeDocument/2006/relationships/tags" Target="../tags/tag478.xml"/><Relationship Id="rId24" Type="http://schemas.openxmlformats.org/officeDocument/2006/relationships/tags" Target="../tags/tag479.xml"/><Relationship Id="rId25" Type="http://schemas.openxmlformats.org/officeDocument/2006/relationships/tags" Target="../tags/tag480.xml"/><Relationship Id="rId26" Type="http://schemas.openxmlformats.org/officeDocument/2006/relationships/tags" Target="../tags/tag481.xml"/><Relationship Id="rId27" Type="http://schemas.openxmlformats.org/officeDocument/2006/relationships/tags" Target="../tags/tag482.xml"/><Relationship Id="rId28" Type="http://schemas.openxmlformats.org/officeDocument/2006/relationships/tags" Target="../tags/tag483.xml"/><Relationship Id="rId29" Type="http://schemas.openxmlformats.org/officeDocument/2006/relationships/tags" Target="../tags/tag484.xml"/><Relationship Id="rId30" Type="http://schemas.openxmlformats.org/officeDocument/2006/relationships/image" Target="../media/image5.png"/><Relationship Id="rId3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1.xml"/><Relationship Id="rId19" Type="http://schemas.openxmlformats.org/officeDocument/2006/relationships/tags" Target="../tags/tag596.xml"/><Relationship Id="rId20" Type="http://schemas.openxmlformats.org/officeDocument/2006/relationships/image" Target="../media/image3.png"/><Relationship Id="rId21" Type="http://schemas.openxmlformats.org/officeDocument/2006/relationships/tags" Target="../tags/tag597.xml"/><Relationship Id="rId22" Type="http://schemas.openxmlformats.org/officeDocument/2006/relationships/tags" Target="../tags/tag598.xml"/><Relationship Id="rId23" Type="http://schemas.openxmlformats.org/officeDocument/2006/relationships/tags" Target="../tags/tag599.xml"/><Relationship Id="rId24" Type="http://schemas.openxmlformats.org/officeDocument/2006/relationships/tags" Target="../tags/tag600.xml"/><Relationship Id="rId25" Type="http://schemas.openxmlformats.org/officeDocument/2006/relationships/tags" Target="../tags/tag601.xml"/><Relationship Id="rId26" Type="http://schemas.openxmlformats.org/officeDocument/2006/relationships/tags" Target="../tags/tag602.xml"/><Relationship Id="rId27" Type="http://schemas.openxmlformats.org/officeDocument/2006/relationships/tags" Target="../tags/tag603.xml"/><Relationship Id="rId28" Type="http://schemas.openxmlformats.org/officeDocument/2006/relationships/tags" Target="../tags/tag604.xml"/><Relationship Id="rId29" Type="http://schemas.openxmlformats.org/officeDocument/2006/relationships/tags" Target="../tags/tag605.xml"/><Relationship Id="rId30" Type="http://schemas.openxmlformats.org/officeDocument/2006/relationships/image" Target="../media/image5.png"/><Relationship Id="rId3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116.xml"/><Relationship Id="rId16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118.xml"/><Relationship Id="rId18" Type="http://schemas.openxmlformats.org/officeDocument/2006/relationships/slideLayout" Target="../slideLayouts/slideLayout119.xml"/><Relationship Id="rId19" Type="http://schemas.openxmlformats.org/officeDocument/2006/relationships/tags" Target="../tags/tag717.xml"/><Relationship Id="rId20" Type="http://schemas.openxmlformats.org/officeDocument/2006/relationships/image" Target="../media/image3.png"/><Relationship Id="rId21" Type="http://schemas.openxmlformats.org/officeDocument/2006/relationships/tags" Target="../tags/tag718.xml"/><Relationship Id="rId22" Type="http://schemas.openxmlformats.org/officeDocument/2006/relationships/tags" Target="../tags/tag719.xml"/><Relationship Id="rId23" Type="http://schemas.openxmlformats.org/officeDocument/2006/relationships/tags" Target="../tags/tag720.xml"/><Relationship Id="rId24" Type="http://schemas.openxmlformats.org/officeDocument/2006/relationships/tags" Target="../tags/tag721.xml"/><Relationship Id="rId25" Type="http://schemas.openxmlformats.org/officeDocument/2006/relationships/tags" Target="../tags/tag722.xml"/><Relationship Id="rId26" Type="http://schemas.openxmlformats.org/officeDocument/2006/relationships/tags" Target="../tags/tag723.xml"/><Relationship Id="rId27" Type="http://schemas.openxmlformats.org/officeDocument/2006/relationships/tags" Target="../tags/tag724.xml"/><Relationship Id="rId28" Type="http://schemas.openxmlformats.org/officeDocument/2006/relationships/tags" Target="../tags/tag725.xml"/><Relationship Id="rId29" Type="http://schemas.openxmlformats.org/officeDocument/2006/relationships/tags" Target="../tags/tag726.xml"/><Relationship Id="rId30" Type="http://schemas.openxmlformats.org/officeDocument/2006/relationships/image" Target="../media/image5.png"/><Relationship Id="rId3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36.xml"/><Relationship Id="rId18" Type="http://schemas.openxmlformats.org/officeDocument/2006/relationships/slideLayout" Target="../slideLayouts/slideLayout137.xml"/><Relationship Id="rId19" Type="http://schemas.openxmlformats.org/officeDocument/2006/relationships/tags" Target="../tags/tag838.xml"/><Relationship Id="rId20" Type="http://schemas.openxmlformats.org/officeDocument/2006/relationships/image" Target="../media/image3.png"/><Relationship Id="rId21" Type="http://schemas.openxmlformats.org/officeDocument/2006/relationships/tags" Target="../tags/tag839.xml"/><Relationship Id="rId22" Type="http://schemas.openxmlformats.org/officeDocument/2006/relationships/tags" Target="../tags/tag840.xml"/><Relationship Id="rId23" Type="http://schemas.openxmlformats.org/officeDocument/2006/relationships/tags" Target="../tags/tag841.xml"/><Relationship Id="rId24" Type="http://schemas.openxmlformats.org/officeDocument/2006/relationships/tags" Target="../tags/tag842.xml"/><Relationship Id="rId25" Type="http://schemas.openxmlformats.org/officeDocument/2006/relationships/tags" Target="../tags/tag843.xml"/><Relationship Id="rId26" Type="http://schemas.openxmlformats.org/officeDocument/2006/relationships/tags" Target="../tags/tag844.xml"/><Relationship Id="rId27" Type="http://schemas.openxmlformats.org/officeDocument/2006/relationships/tags" Target="../tags/tag845.xml"/><Relationship Id="rId28" Type="http://schemas.openxmlformats.org/officeDocument/2006/relationships/tags" Target="../tags/tag846.xml"/><Relationship Id="rId29" Type="http://schemas.openxmlformats.org/officeDocument/2006/relationships/tags" Target="../tags/tag847.xml"/><Relationship Id="rId30" Type="http://schemas.openxmlformats.org/officeDocument/2006/relationships/image" Target="../media/image5.png"/><Relationship Id="rId3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49.xml"/><Relationship Id="rId13" Type="http://schemas.openxmlformats.org/officeDocument/2006/relationships/slideLayout" Target="../slideLayouts/slideLayout150.xml"/><Relationship Id="rId14" Type="http://schemas.openxmlformats.org/officeDocument/2006/relationships/slideLayout" Target="../slideLayouts/slideLayout151.xml"/><Relationship Id="rId15" Type="http://schemas.openxmlformats.org/officeDocument/2006/relationships/slideLayout" Target="../slideLayouts/slideLayout152.xml"/><Relationship Id="rId16" Type="http://schemas.openxmlformats.org/officeDocument/2006/relationships/slideLayout" Target="../slideLayouts/slideLayout153.xml"/><Relationship Id="rId17" Type="http://schemas.openxmlformats.org/officeDocument/2006/relationships/slideLayout" Target="../slideLayouts/slideLayout154.xml"/><Relationship Id="rId18" Type="http://schemas.openxmlformats.org/officeDocument/2006/relationships/slideLayout" Target="../slideLayouts/slideLayout155.xml"/><Relationship Id="rId19" Type="http://schemas.openxmlformats.org/officeDocument/2006/relationships/tags" Target="../tags/tag959.xml"/><Relationship Id="rId20" Type="http://schemas.openxmlformats.org/officeDocument/2006/relationships/image" Target="../media/image3.png"/><Relationship Id="rId21" Type="http://schemas.openxmlformats.org/officeDocument/2006/relationships/tags" Target="../tags/tag960.xml"/><Relationship Id="rId22" Type="http://schemas.openxmlformats.org/officeDocument/2006/relationships/tags" Target="../tags/tag961.xml"/><Relationship Id="rId23" Type="http://schemas.openxmlformats.org/officeDocument/2006/relationships/tags" Target="../tags/tag962.xml"/><Relationship Id="rId24" Type="http://schemas.openxmlformats.org/officeDocument/2006/relationships/tags" Target="../tags/tag963.xml"/><Relationship Id="rId25" Type="http://schemas.openxmlformats.org/officeDocument/2006/relationships/tags" Target="../tags/tag964.xml"/><Relationship Id="rId26" Type="http://schemas.openxmlformats.org/officeDocument/2006/relationships/tags" Target="../tags/tag965.xml"/><Relationship Id="rId27" Type="http://schemas.openxmlformats.org/officeDocument/2006/relationships/tags" Target="../tags/tag966.xml"/><Relationship Id="rId28" Type="http://schemas.openxmlformats.org/officeDocument/2006/relationships/tags" Target="../tags/tag967.xml"/><Relationship Id="rId29" Type="http://schemas.openxmlformats.org/officeDocument/2006/relationships/tags" Target="../tags/tag968.xml"/><Relationship Id="rId30" Type="http://schemas.openxmlformats.org/officeDocument/2006/relationships/image" Target="../media/image5.png"/><Relationship Id="rId3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<Relationship Id="rId14" Type="http://schemas.openxmlformats.org/officeDocument/2006/relationships/slideLayout" Target="../slideLayouts/slideLayout169.xml"/><Relationship Id="rId15" Type="http://schemas.openxmlformats.org/officeDocument/2006/relationships/slideLayout" Target="../slideLayouts/slideLayout170.xml"/><Relationship Id="rId16" Type="http://schemas.openxmlformats.org/officeDocument/2006/relationships/slideLayout" Target="../slideLayouts/slideLayout171.xml"/><Relationship Id="rId17" Type="http://schemas.openxmlformats.org/officeDocument/2006/relationships/slideLayout" Target="../slideLayouts/slideLayout172.xml"/><Relationship Id="rId18" Type="http://schemas.openxmlformats.org/officeDocument/2006/relationships/slideLayout" Target="../slideLayouts/slideLayout173.xml"/><Relationship Id="rId19" Type="http://schemas.openxmlformats.org/officeDocument/2006/relationships/tags" Target="../tags/tag1080.xml"/><Relationship Id="rId20" Type="http://schemas.openxmlformats.org/officeDocument/2006/relationships/image" Target="../media/image3.png"/><Relationship Id="rId21" Type="http://schemas.openxmlformats.org/officeDocument/2006/relationships/tags" Target="../tags/tag1081.xml"/><Relationship Id="rId22" Type="http://schemas.openxmlformats.org/officeDocument/2006/relationships/tags" Target="../tags/tag1082.xml"/><Relationship Id="rId23" Type="http://schemas.openxmlformats.org/officeDocument/2006/relationships/tags" Target="../tags/tag1083.xml"/><Relationship Id="rId24" Type="http://schemas.openxmlformats.org/officeDocument/2006/relationships/tags" Target="../tags/tag1084.xml"/><Relationship Id="rId25" Type="http://schemas.openxmlformats.org/officeDocument/2006/relationships/tags" Target="../tags/tag1085.xml"/><Relationship Id="rId26" Type="http://schemas.openxmlformats.org/officeDocument/2006/relationships/tags" Target="../tags/tag1086.xml"/><Relationship Id="rId27" Type="http://schemas.openxmlformats.org/officeDocument/2006/relationships/tags" Target="../tags/tag1087.xml"/><Relationship Id="rId28" Type="http://schemas.openxmlformats.org/officeDocument/2006/relationships/tags" Target="../tags/tag1088.xml"/><Relationship Id="rId29" Type="http://schemas.openxmlformats.org/officeDocument/2006/relationships/tags" Target="../tags/tag1089.xml"/><Relationship Id="rId30" Type="http://schemas.openxmlformats.org/officeDocument/2006/relationships/image" Target="../media/image5.png"/><Relationship Id="rId31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60" y="274652"/>
            <a:ext cx="10973880" cy="114305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60" y="1600282"/>
            <a:ext cx="10973880" cy="4526196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60" y="6245546"/>
            <a:ext cx="2845080" cy="476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6010" y="6245546"/>
            <a:ext cx="3861180" cy="476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8460" y="6245546"/>
            <a:ext cx="2845080" cy="476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3585" lvl="1" indent="-286385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5235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2435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8235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090.xml"/><Relationship Id="rId2" Type="http://schemas.openxmlformats.org/officeDocument/2006/relationships/image" Target="../media/image6.png"/><Relationship Id="rId3" Type="http://schemas.openxmlformats.org/officeDocument/2006/relationships/tags" Target="../tags/tag1091.xml"/><Relationship Id="rId4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092.xml"/><Relationship Id="rId3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093.xml"/><Relationship Id="rId2" Type="http://schemas.openxmlformats.org/officeDocument/2006/relationships/tags" Target="../tags/tag1094.xml"/><Relationship Id="rId3" Type="http://schemas.openxmlformats.org/officeDocument/2006/relationships/image" Target="../media/image6.png"/><Relationship Id="rId4" Type="http://schemas.openxmlformats.org/officeDocument/2006/relationships/tags" Target="../tags/tag1095.xml"/><Relationship Id="rId5" Type="http://schemas.openxmlformats.org/officeDocument/2006/relationships/slideLayout" Target="../slideLayouts/slideLayout10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096.xml"/><Relationship Id="rId3" Type="http://schemas.openxmlformats.org/officeDocument/2006/relationships/slideLayout" Target="../slideLayouts/slideLayout3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097.xml"/><Relationship Id="rId3" Type="http://schemas.openxmlformats.org/officeDocument/2006/relationships/slideLayout" Target="../slideLayouts/slideLayout4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098.xml"/><Relationship Id="rId3" Type="http://schemas.openxmlformats.org/officeDocument/2006/relationships/slideLayout" Target="../slideLayouts/slideLayout6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099.xml"/><Relationship Id="rId3" Type="http://schemas.openxmlformats.org/officeDocument/2006/relationships/slideLayout" Target="../slideLayouts/slideLayout8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100.xml"/><Relationship Id="rId3" Type="http://schemas.openxmlformats.org/officeDocument/2006/relationships/slideLayout" Target="../slideLayouts/slideLayout8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101.xml"/><Relationship Id="rId3" Type="http://schemas.openxmlformats.org/officeDocument/2006/relationships/slideLayout" Target="../slideLayouts/slideLayout13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102.xml"/><Relationship Id="rId3" Type="http://schemas.openxmlformats.org/officeDocument/2006/relationships/slideLayout" Target="../slideLayouts/slideLayout1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103.xml"/><Relationship Id="rId3" Type="http://schemas.openxmlformats.org/officeDocument/2006/relationships/slideLayout" Target="../slideLayouts/slideLayout15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104.xml"/><Relationship Id="rId2" Type="http://schemas.openxmlformats.org/officeDocument/2006/relationships/tags" Target="../tags/tag1105.xml"/><Relationship Id="rId3" Type="http://schemas.openxmlformats.org/officeDocument/2006/relationships/tags" Target="../tags/tag1106.xml"/><Relationship Id="rId4" Type="http://schemas.openxmlformats.org/officeDocument/2006/relationships/slideLayout" Target="../slideLayouts/slideLayout1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1465" y="1567173"/>
            <a:ext cx="9370880" cy="1216863"/>
          </a:xfrm>
        </p:spPr>
        <p:txBody>
          <a:bodyPr wrap="square">
            <a:norm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960"/>
              </a:spcAft>
            </a:pPr>
            <a:r>
              <a:rPr lang="zh-CN" altLang="en-US" sz="3600" dirty="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en-US" altLang="zh-CN" sz="3600" dirty="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zh-CN" altLang="en-US" sz="3600" dirty="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/>
            </a:r>
            <a:r>
              <a:rPr lang="zh-TW" altLang="en-US" sz="3600" dirty="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zh-CN" altLang="en-US" sz="3600" dirty="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/>
            </a:r>
            <a:r>
              <a:rPr sz="3200" b="1">
                <a:solidFill>
                  <a:srgbClr val="E2231A"/>
                </a:solidFill>
                <a:latin typeface="Microsoft YaHei"/>
              </a:rPr>
              <a:t>2026年度"新客服节新客服最佳实践奖"</a:t>
            </a:r>
            <a:endParaRPr lang="zh-CN" altLang="en-US" sz="3600" dirty="0">
              <a:solidFill>
                <a:schemeClr val="dk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828800" y="320040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66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京东科技股份有限公司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931920"/>
            <a:ext cx="3044952" cy="3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20624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8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服务营销最佳实践申报材料</a:t>
            </a: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 录</a:t>
            </a:r>
            <a:endParaRPr lang="zh-CN" altLang="en-US"/>
          </a:p>
        </p:txBody>
      </p:sp>
      <p:sp>
        <p:nvSpPr>
          <p:cNvPr id="6" name="矩形 1"/>
          <p:cNvSpPr/>
          <p:nvPr/>
        </p:nvSpPr>
        <p:spPr>
          <a:xfrm>
            <a:off x="771525" y="1268730"/>
            <a:ext cx="10650220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150"/>
              </a:lnSpc>
              <a:spcBef>
                <a:spcPts val="0"/>
              </a:spcBef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sz="100" b="0">
                <a:solidFill>
                  <a:srgbClr val="1A1A1A"/>
                </a:solidFill>
                <a:latin typeface="Microsoft YaHei"/>
              </a:rPr>
              <a:t/>
            </a:r>
            <a:endParaRPr lang="en-US" altLang="zh-CN" sz="18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zh-TW" sz="1800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zh-TW" altLang="en-US" sz="1800" dirty="0">
              <a:latin typeface="+mj-ea"/>
              <a:ea typeface="+mj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6"/>
          <p:cNvSpPr/>
          <p:nvPr/>
        </p:nvSpPr>
        <p:spPr>
          <a:xfrm>
            <a:off x="1097280" y="1645920"/>
            <a:ext cx="365760" cy="36576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19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企业概况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148840"/>
            <a:ext cx="365760" cy="36576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21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呼叫中心现况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651760"/>
            <a:ext cx="365760" cy="36576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24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组织架构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154680"/>
            <a:ext cx="365760" cy="36576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27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转型背景与战略目标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657600"/>
            <a:ext cx="365760" cy="36576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转型实施过程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645920"/>
            <a:ext cx="365760" cy="36576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719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转型具体成果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148840"/>
            <a:ext cx="365760" cy="36576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21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成功关键因素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651760"/>
            <a:ext cx="365760" cy="36576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724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组织变革与人才培养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54680"/>
            <a:ext cx="365760" cy="36576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227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0">
                <a:solidFill>
                  <a:srgbClr val="1A1A1A"/>
                </a:solidFill>
                <a:latin typeface="Microsoft YaHei"/>
              </a:rPr>
              <a:t>下一步计划</a:t>
            </a: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18958" y="1268723"/>
            <a:ext cx="9154501" cy="1216863"/>
          </a:xfrm>
        </p:spPr>
        <p:txBody>
          <a:bodyPr wrap="square">
            <a:normAutofit/>
          </a:bodyPr>
          <a:lstStyle/>
          <a:p>
            <a:pPr algn="ctr">
              <a:lnSpc>
                <a:spcPts val="45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360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sz="3000" b="1">
                <a:solidFill>
                  <a:srgbClr val="E2231A"/>
                </a:solidFill>
                <a:latin typeface="Microsoft YaHei"/>
              </a:rPr>
              <a:t>京东科技股份有限公司</a:t>
            </a:r>
            <a:endParaRPr lang="zh-CN" altLang="en-US" sz="3600" dirty="0">
              <a:solidFill>
                <a:schemeClr val="dk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548890" y="2708910"/>
            <a:ext cx="7094855" cy="525145"/>
          </a:xfrm>
        </p:spPr>
        <p:txBody>
          <a:bodyPr wrap="square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540"/>
              </a:spcAft>
            </a:pPr>
            <a:r>
              <a:rPr lang="zh-CN" sz="2000">
                <a:solidFill>
                  <a:schemeClr val="lt1">
                    <a:lumMod val="50000"/>
                  </a:schemeClr>
                </a:solidFill>
                <a:latin typeface="+mj-ea"/>
                <a:sym typeface="+mn-ea"/>
              </a:rPr>
              <a:t/>
            </a:r>
            <a:r>
              <a:rPr lang="en-US" altLang="zh-CN" sz="2000">
                <a:solidFill>
                  <a:schemeClr val="lt1">
                    <a:lumMod val="50000"/>
                  </a:schemeClr>
                </a:solidFill>
                <a:latin typeface="+mj-ea"/>
                <a:sym typeface="+mn-ea"/>
              </a:rPr>
              <a:t/>
            </a:r>
            <a:r>
              <a:rPr sz="1800" b="0">
                <a:solidFill>
                  <a:srgbClr val="666666"/>
                </a:solidFill>
                <a:latin typeface="Microsoft YaHei"/>
              </a:rPr>
              <a:t>技术为本，让生活更美好</a:t>
            </a:r>
            <a:endParaRPr lang="zh-CN" altLang="en-US" sz="2000">
              <a:solidFill>
                <a:schemeClr val="lt1">
                  <a:lumMod val="50000"/>
                </a:schemeClr>
              </a:solidFill>
              <a:latin typeface="+mj-ea"/>
              <a:ea typeface="+mj-ea"/>
            </a:endParaRPr>
          </a:p>
          <a:p>
            <a:endParaRPr lang="zh-CN" altLang="en-US" sz="2000" dirty="0">
              <a:solidFill>
                <a:schemeClr val="lt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828800" y="365760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金融科技 / 科技服务  ·  始于2018年</a:t>
            </a:r>
          </a:p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主营业务：信息技术咨询服务、技术服务、云计算、人工智能应用、软件开发、数据处理服务</a:t>
            </a: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1、呼叫中心现况简介</a:t>
            </a:r>
            <a:endParaRPr lang="zh-CN" altLang="en-US"/>
          </a:p>
        </p:txBody>
      </p:sp>
      <p:sp>
        <p:nvSpPr>
          <p:cNvPr id="6" name="矩形 1"/>
          <p:cNvSpPr/>
          <p:nvPr/>
        </p:nvSpPr>
        <p:spPr>
          <a:xfrm>
            <a:off x="911190" y="1196023"/>
            <a:ext cx="7981950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</a:pPr>
            <a:endParaRPr lang="zh-CN" altLang="en-US" sz="1800" dirty="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8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8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8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TW" altLang="en-US" sz="1800" dirty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859536" y="1554480"/>
            <a:ext cx="237744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421416649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spcAft>
                <a:spcPts val="840"/>
              </a:spcAft>
            </a:pPr>
            <a:r>
              <a:rPr sz="2800" b="1">
                <a:solidFill>
                  <a:srgbClr val="E2231A"/>
                </a:solidFill>
                <a:latin typeface="Microsoft YaHei"/>
              </a:rPr>
              <a:t>3000+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421417380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39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团队规模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421417700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33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7016" y="1554480"/>
            <a:ext cx="237744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421416649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spcAft>
                <a:spcPts val="840"/>
              </a:spcAft>
            </a:pPr>
            <a:r>
              <a:rPr sz="2800" b="1">
                <a:solidFill>
                  <a:srgbClr val="E2231A"/>
                </a:solidFill>
                <a:latin typeface="Microsoft YaHei"/>
              </a:rPr>
              <a:t>35家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1421417380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39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供应商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1421417700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33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554480"/>
            <a:ext cx="237744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421416649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spcAft>
                <a:spcPts val="840"/>
              </a:spcAft>
            </a:pPr>
            <a:r>
              <a:rPr sz="2800" b="1">
                <a:solidFill>
                  <a:srgbClr val="E2231A"/>
                </a:solidFill>
                <a:latin typeface="Microsoft YaHe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421417380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39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电销渠道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1421417700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33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占比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1976" y="1554480"/>
            <a:ext cx="237744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1421416649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spcAft>
                <a:spcPts val="840"/>
              </a:spcAft>
            </a:pPr>
            <a:r>
              <a:rPr sz="2800" b="1">
                <a:solidFill>
                  <a:srgbClr val="E2231A"/>
                </a:solidFill>
                <a:latin typeface="Microsoft YaHei"/>
              </a:rPr>
              <a:t>2000亿+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1976" y="1421417380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39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年度GMV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1421417700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33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放款额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747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人员结构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840480"/>
            <a:ext cx="1828800" cy="3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2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</a:rPr>
              <a:t>前台人员：2900+（本科60% / 大专40%）    中台人员：100+    后台人员：50+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39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服务渠道：电销渠道 100% — 主要负责金融营销电销外呼业务，涵盖拉新、复购等全流程</a:t>
            </a: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2、呼叫中心组织架构</a:t>
            </a:r>
            <a:endParaRPr lang="zh-CN" altLang="en-US"/>
          </a:p>
        </p:txBody>
      </p:sp>
      <p:sp>
        <p:nvSpPr>
          <p:cNvPr id="6" name="矩形 1"/>
          <p:cNvSpPr/>
          <p:nvPr/>
        </p:nvSpPr>
        <p:spPr>
          <a:xfrm>
            <a:off x="767680" y="1340168"/>
            <a:ext cx="798195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</a:pPr>
            <a:endParaRPr lang="zh-TW" altLang="en-US" sz="18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TW" altLang="en-US" sz="18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14630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540"/>
              </a:spcAft>
            </a:pPr>
            <a:r>
              <a:rPr sz="1800" b="1">
                <a:solidFill>
                  <a:srgbClr val="E2231A"/>
                </a:solidFill>
                <a:latin typeface="Microsoft YaHei"/>
              </a:rPr>
              <a:t>京东科技 — 金融科技事业群 — 数据科技业务部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920240"/>
            <a:ext cx="3959352" cy="3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61104" y="2286000"/>
            <a:ext cx="3657600" cy="548640"/>
          </a:xfrm>
          <a:prstGeom prst="rect">
            <a:avLst/>
          </a:prstGeom>
          <a:solidFill>
            <a:srgbClr val="E2231A"/>
          </a:solidFill>
          <a:ln w="12700">
            <a:solidFill>
              <a:srgbClr val="E22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数据科技业务部（二级部门）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3200400"/>
            <a:ext cx="32004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策略组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8232" y="3200400"/>
            <a:ext cx="32004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服务组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4114800"/>
            <a:ext cx="32004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762573257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业务管理（BPO沟通）</a:t>
            </a:r>
          </a:p>
          <a:p>
            <a:pPr algn="ctr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质检培训运营（合规+赋能）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28232" y="4114800"/>
            <a:ext cx="32004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3762573257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主责：供应商全量管理</a:t>
            </a:r>
          </a:p>
          <a:p>
            <a:pPr algn="ctr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合规 / 准入 / 清退 / 分工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834640"/>
            <a:ext cx="146304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0" y="2834640"/>
            <a:ext cx="146304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团队规模：前台2900+ / 中台100+ / 后台50+，总计3000+人，供应商35家</a:t>
            </a: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3、呼叫中心</a:t>
            </a:r>
            <a:r>
              <a:rPr lang="zh-TW" altLang="en-US" dirty="0">
                <a:sym typeface="+mn-ea"/>
              </a:rPr>
              <a:t>客服转型背景与战略目标</a:t>
            </a:r>
            <a:endParaRPr lang="zh-CN" altLang="en-US" dirty="0"/>
          </a:p>
        </p:txBody>
      </p:sp>
      <p:sp>
        <p:nvSpPr>
          <p:cNvPr id="3" name="矩形 1"/>
          <p:cNvSpPr/>
          <p:nvPr/>
        </p:nvSpPr>
        <p:spPr>
          <a:xfrm>
            <a:off x="914400" y="1920240"/>
            <a:ext cx="4572000" cy="3657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客户识别准确度：从海量数据中准确识别真实需求</a:t>
            </a: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latin typeface="+mj-ea"/>
              <a:ea typeface="+mj-ea"/>
              <a:cs typeface="+mj-ea"/>
            </a:endParaRPr>
          </a:p>
          <a:p>
            <a:pPr>
              <a:lnSpc>
                <a:spcPts val="182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人机协同平衡：AI辅助而非替代，保持营销温度</a:t>
            </a:r>
          </a:p>
          <a:p>
            <a:pPr>
              <a:lnSpc>
                <a:spcPts val="182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合规与效率平衡：强化合规同时不降低营销效率</a:t>
            </a:r>
          </a:p>
          <a:p>
            <a:pPr>
              <a:lnSpc>
                <a:spcPts val="182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数据整合难度：整合分散系统数据，构建统一画像</a:t>
            </a:r>
          </a:p>
          <a:p>
            <a:pPr>
              <a:lnSpc>
                <a:spcPts val="182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能力转型挑战：传统电销向智能营销转型</a:t>
            </a:r>
          </a:p>
        </p:txBody>
      </p:sp>
      <p:pic>
        <p:nvPicPr>
          <p:cNvPr id="4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1">
                <a:solidFill>
                  <a:srgbClr val="E2231A"/>
                </a:solidFill>
                <a:latin typeface="Microsoft YaHei"/>
              </a:rPr>
              <a:t>面临的挑战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1828800" cy="3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1">
                <a:solidFill>
                  <a:srgbClr val="E2231A"/>
                </a:solidFill>
                <a:latin typeface="Microsoft YaHei"/>
              </a:rPr>
              <a:t>战略目标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37360"/>
            <a:ext cx="1828800" cy="3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73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650"/>
              </a:spcAft>
            </a:pPr>
            <a:r>
              <a:rPr sz="100" b="0">
                <a:solidFill>
                  <a:srgbClr val="1A1A1A"/>
                </a:solidFill>
                <a:latin typeface="Microsoft YaHei"/>
              </a:rPr>
              <a:t/>
            </a: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营销效率：精准识别+智能路由，提升接通率与转化率</a:t>
            </a:r>
          </a:p>
          <a:p>
            <a:pPr>
              <a:lnSpc>
                <a:spcPts val="182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合规管控：AI实时监控+智能质检，强化合规管理</a:t>
            </a:r>
          </a:p>
          <a:p>
            <a:pPr>
              <a:lnSpc>
                <a:spcPts val="182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客户体验：AI辅助需求挖掘，让客户"被理解"而非"被推销"</a:t>
            </a:r>
          </a:p>
          <a:p>
            <a:pPr>
              <a:lnSpc>
                <a:spcPts val="182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业务增长：精准触达+全生命周期运营，提升GMV与新客数</a:t>
            </a:r>
          </a:p>
          <a:p>
            <a:pPr>
              <a:lnSpc>
                <a:spcPts val="182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团队能力：AI辅助降低新人门槛，培养复合型人才</a:t>
            </a: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4、</a:t>
            </a:r>
            <a:r>
              <a:rPr lang="zh-TW" altLang="en-US" dirty="0">
                <a:sym typeface="+mn-ea"/>
              </a:rPr>
              <a:t>呼叫中心客服转型实施过程</a:t>
            </a:r>
            <a:endParaRPr lang="zh-CN" altLang="en-US" dirty="0"/>
          </a:p>
        </p:txBody>
      </p:sp>
      <p:sp>
        <p:nvSpPr>
          <p:cNvPr id="7" name="矩形 1"/>
          <p:cNvSpPr/>
          <p:nvPr/>
        </p:nvSpPr>
        <p:spPr>
          <a:xfrm>
            <a:off x="695325" y="1052830"/>
            <a:ext cx="10676255" cy="497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zh-TW" altLang="en-US" sz="1800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zh-TW" altLang="en-US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TW" altLang="en-US" sz="1800" dirty="0">
              <a:latin typeface="+mj-ea"/>
              <a:ea typeface="+mj-ea"/>
              <a:cs typeface="+mj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745235" y="1463040"/>
            <a:ext cx="246888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1075" y="1337803958880"/>
            <a:ext cx="457200" cy="4572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5" y="1337804553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数据赋能</a:t>
            </a:r>
          </a:p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客户识别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5" y="133780523904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AI需求识别模型</a:t>
            </a:r>
          </a:p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精准分层运营</a:t>
            </a:r>
          </a:p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差异化触达策略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8435" y="1463040"/>
            <a:ext cx="246888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94275" y="1337803958880"/>
            <a:ext cx="457200" cy="4572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5595" y="1337804553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人机协同</a:t>
            </a:r>
          </a:p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智能外呼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1315" y="133780523904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智能客户路由</a:t>
            </a:r>
          </a:p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实时话术辅助</a:t>
            </a:r>
          </a:p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情绪与合规监控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1463040"/>
            <a:ext cx="246888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37475" y="1337803958880"/>
            <a:ext cx="457200" cy="4572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1337804553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AI赋能</a:t>
            </a:r>
          </a:p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合规提效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516" y="133780523904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实时合规监控</a:t>
            </a:r>
          </a:p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100%智能质检覆盖</a:t>
            </a:r>
          </a:p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风险预警机制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4836" y="1463040"/>
            <a:ext cx="246888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80676" y="1337803958880"/>
            <a:ext cx="457200" cy="45720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1996" y="1337804553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AI赋能</a:t>
            </a:r>
          </a:p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精准营销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7715" y="133780523904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深度需求挖掘</a:t>
            </a:r>
          </a:p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个性化产品匹配</a:t>
            </a:r>
          </a:p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• 数据闭环优化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全生命周期运营：新客获取 → 首次转化 → 复购激活 → 流失预警</a:t>
            </a: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、呼叫中心</a:t>
            </a:r>
            <a:r>
              <a:rPr lang="zh-TW" altLang="en-US" dirty="0"/>
              <a:t>客服转型具体成果</a:t>
            </a:r>
            <a:endParaRPr lang="zh-CN" altLang="en-US" dirty="0"/>
          </a:p>
        </p:txBody>
      </p:sp>
      <p:sp>
        <p:nvSpPr>
          <p:cNvPr id="6" name="矩形 1"/>
          <p:cNvSpPr/>
          <p:nvPr/>
        </p:nvSpPr>
        <p:spPr>
          <a:xfrm>
            <a:off x="767715" y="1124585"/>
            <a:ext cx="10565765" cy="497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+mj-ea"/>
              <a:ea typeface="+mj-ea"/>
              <a:cs typeface="+mj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585215" y="1463040"/>
            <a:ext cx="16459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5" y="133780386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660"/>
              </a:spcAft>
            </a:pPr>
            <a:r>
              <a:rPr sz="2200" b="1">
                <a:solidFill>
                  <a:srgbClr val="E2231A"/>
                </a:solidFill>
                <a:latin typeface="Microsoft YaHei"/>
              </a:rPr>
              <a:t>35%↑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5" y="1337804553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33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接通率提升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9735" y="1463040"/>
            <a:ext cx="16459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9735" y="133780386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660"/>
              </a:spcAft>
            </a:pPr>
            <a:r>
              <a:rPr sz="2200" b="1">
                <a:solidFill>
                  <a:srgbClr val="E2231A"/>
                </a:solidFill>
                <a:latin typeface="Microsoft YaHei"/>
              </a:rPr>
              <a:t>28%↑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5" y="1337804553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33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首拨转化提升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5" y="1463040"/>
            <a:ext cx="16459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5" y="133780386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660"/>
              </a:spcAft>
            </a:pPr>
            <a:r>
              <a:rPr sz="2200" b="1">
                <a:solidFill>
                  <a:srgbClr val="E2231A"/>
                </a:solidFill>
                <a:latin typeface="Microsoft YaHei"/>
              </a:rPr>
              <a:t>40%↑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5" y="1337804553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33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人均效率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5" y="1463040"/>
            <a:ext cx="16459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5" y="133780386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660"/>
              </a:spcAft>
            </a:pPr>
            <a:r>
              <a:rPr sz="2200" b="1">
                <a:solidFill>
                  <a:srgbClr val="E2231A"/>
                </a:solidFill>
                <a:latin typeface="Microsoft YaHei"/>
              </a:rPr>
              <a:t>67%↓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5" y="1337804553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33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新人上手时间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463040"/>
            <a:ext cx="16459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6" y="133780386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660"/>
              </a:spcAft>
            </a:pPr>
            <a:r>
              <a:rPr sz="2200" b="1">
                <a:solidFill>
                  <a:srgbClr val="E2231A"/>
                </a:solidFill>
                <a:latin typeface="Microsoft YaHei"/>
              </a:rPr>
              <a:t>300%↑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1337804553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33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质检效率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57816" y="1463040"/>
            <a:ext cx="16459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57816" y="133780386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660"/>
              </a:spcAft>
            </a:pPr>
            <a:r>
              <a:rPr sz="2200" b="1">
                <a:solidFill>
                  <a:srgbClr val="E2231A"/>
                </a:solidFill>
                <a:latin typeface="Microsoft YaHe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7816" y="1337804553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33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合规率保持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1">
                <a:solidFill>
                  <a:srgbClr val="E2231A"/>
                </a:solidFill>
                <a:latin typeface="Microsoft YaHei"/>
              </a:rPr>
              <a:t>核心成果维度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566160"/>
            <a:ext cx="2286000" cy="3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840480"/>
            <a:ext cx="1188720" cy="502920"/>
          </a:xfrm>
          <a:prstGeom prst="rect">
            <a:avLst/>
          </a:prstGeom>
          <a:solidFill>
            <a:srgbClr val="E2231A"/>
          </a:solidFill>
          <a:ln w="12700">
            <a:solidFill>
              <a:srgbClr val="E22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8404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59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客户识别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840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</a:rPr>
              <a:t>接通率+35%，首拨转化+28%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480560"/>
            <a:ext cx="1188720" cy="502920"/>
          </a:xfrm>
          <a:prstGeom prst="rect">
            <a:avLst/>
          </a:prstGeom>
          <a:solidFill>
            <a:srgbClr val="E2231A"/>
          </a:solidFill>
          <a:ln w="12700">
            <a:solidFill>
              <a:srgbClr val="E22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4805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59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人机协同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480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</a:rPr>
              <a:t>人均效率+40%，新人上手时间-67%，转化率+25%，复购率+30%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120640"/>
            <a:ext cx="1188720" cy="502920"/>
          </a:xfrm>
          <a:prstGeom prst="rect">
            <a:avLst/>
          </a:prstGeom>
          <a:solidFill>
            <a:srgbClr val="E2231A"/>
          </a:solidFill>
          <a:ln w="12700">
            <a:solidFill>
              <a:srgbClr val="E22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206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59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合规提效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120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</a:rPr>
              <a:t>合规率100%，质检效率+300%，合规风险-60%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760720"/>
            <a:ext cx="1188720" cy="502920"/>
          </a:xfrm>
          <a:prstGeom prst="rect">
            <a:avLst/>
          </a:prstGeom>
          <a:solidFill>
            <a:srgbClr val="E2231A"/>
          </a:solidFill>
          <a:ln w="12700">
            <a:solidFill>
              <a:srgbClr val="E22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760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359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规模领先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760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39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</a:rPr>
              <a:t>3000+人专业团队，行业最大电销团队之一</a:t>
            </a: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6、</a:t>
            </a:r>
            <a:r>
              <a:rPr lang="zh-TW" altLang="en-US" dirty="0">
                <a:sym typeface="+mn-ea"/>
              </a:rPr>
              <a:t>呼叫中心客服转型的成功关键</a:t>
            </a:r>
            <a:endParaRPr lang="en-US" altLang="zh-CN" dirty="0"/>
          </a:p>
        </p:txBody>
      </p:sp>
      <p:sp>
        <p:nvSpPr>
          <p:cNvPr id="6" name="矩形 1"/>
          <p:cNvSpPr/>
          <p:nvPr/>
        </p:nvSpPr>
        <p:spPr>
          <a:xfrm>
            <a:off x="708660" y="1167130"/>
            <a:ext cx="10775315" cy="4424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+mj-ea"/>
              <a:ea typeface="+mj-ea"/>
              <a:cs typeface="+mj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6"/>
          <p:cNvSpPr/>
          <p:nvPr/>
        </p:nvSpPr>
        <p:spPr>
          <a:xfrm>
            <a:off x="1097280" y="1554480"/>
            <a:ext cx="411480" cy="41148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45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精准客户识别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33780414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从海量数据中准确定位真实需求客户，避免无效打扰，提升转化效率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337804598960"/>
            <a:ext cx="91440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423160"/>
            <a:ext cx="411480" cy="41148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45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人机协同模式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132125133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AI作为坐席'超级助手'，辅助而非替代，保持营销的温度与信任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132125590960"/>
            <a:ext cx="91440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291840"/>
            <a:ext cx="411480" cy="41148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45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合规效率平衡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92644612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AI实时监控+智能质检，在强化合规的同时不牺牲营销效率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2926446582960"/>
            <a:ext cx="91440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4160520"/>
            <a:ext cx="411480" cy="41148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45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数据闭环驱动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72076711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每通电话数据沉淀回画像，持续优化识别模型与话术策略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3720767574960"/>
            <a:ext cx="91440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7280" y="5029200"/>
            <a:ext cx="411480" cy="411480"/>
          </a:xfrm>
          <a:prstGeom prst="ellipse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45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全生命周期运营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515088109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从新客获取到流失预警，覆盖客户完整生命周期</a:t>
            </a: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zh-TW" altLang="en-US" dirty="0">
                <a:sym typeface="+mn-ea"/>
              </a:rPr>
              <a:t>呼叫中心客服转型的组织变革与人才培养</a:t>
            </a:r>
            <a:endParaRPr lang="en-US" altLang="zh-CN" dirty="0"/>
          </a:p>
        </p:txBody>
      </p:sp>
      <p:sp>
        <p:nvSpPr>
          <p:cNvPr id="6" name="矩形 1"/>
          <p:cNvSpPr/>
          <p:nvPr/>
        </p:nvSpPr>
        <p:spPr>
          <a:xfrm>
            <a:off x="767715" y="1124585"/>
            <a:ext cx="10565765" cy="4424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+mj-ea"/>
              <a:ea typeface="+mj-ea"/>
              <a:cs typeface="+mj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1">
                <a:solidFill>
                  <a:srgbClr val="E2231A"/>
                </a:solidFill>
                <a:latin typeface="Microsoft YaHei"/>
              </a:rPr>
              <a:t>组织变革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1828800" cy="3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650"/>
              </a:spcAft>
            </a:pPr>
            <a:r>
              <a:rPr sz="100" b="0">
                <a:solidFill>
                  <a:srgbClr val="1A1A1A"/>
                </a:solidFill>
                <a:latin typeface="Microsoft YaHei"/>
              </a:rPr>
              <a:t/>
            </a: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从传统电销向数据驱动的智能营销转型</a:t>
            </a:r>
          </a:p>
          <a:p>
            <a:pPr>
              <a:lnSpc>
                <a:spcPts val="195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建立策略组与服务组双线协作机制</a:t>
            </a:r>
          </a:p>
          <a:p>
            <a:pPr>
              <a:lnSpc>
                <a:spcPts val="195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AI辅助工具全面嵌入日常工作流程</a:t>
            </a:r>
          </a:p>
          <a:p>
            <a:pPr>
              <a:lnSpc>
                <a:spcPts val="195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合规管理从事后检查转向事中预警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80"/>
              </a:spcAft>
            </a:pPr>
            <a:r>
              <a:rPr sz="1600" b="1">
                <a:solidFill>
                  <a:srgbClr val="E2231A"/>
                </a:solidFill>
                <a:latin typeface="Microsoft YaHei"/>
              </a:rPr>
              <a:t>人才培养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1828800" cy="3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73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650"/>
              </a:spcAft>
            </a:pPr>
            <a:r>
              <a:rPr sz="100" b="0">
                <a:solidFill>
                  <a:srgbClr val="1A1A1A"/>
                </a:solidFill>
                <a:latin typeface="Microsoft YaHei"/>
              </a:rPr>
              <a:t/>
            </a: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AI辅助降低新人门槛，上手时间缩短67%</a:t>
            </a:r>
          </a:p>
          <a:p>
            <a:pPr>
              <a:lnSpc>
                <a:spcPts val="195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培养复合型营销人才（数据理解+沟通技巧）</a:t>
            </a:r>
          </a:p>
          <a:p>
            <a:pPr>
              <a:lnSpc>
                <a:spcPts val="195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实时话术辅助系统作为标准化培训工具</a:t>
            </a:r>
          </a:p>
          <a:p>
            <a:pPr>
              <a:lnSpc>
                <a:spcPts val="1950"/>
              </a:lnSpc>
              <a:spcAft>
                <a:spcPts val="650"/>
              </a:spcAft>
            </a:pPr>
            <a:r>
              <a:rPr sz="1300" b="1">
                <a:solidFill>
                  <a:srgbClr val="E2231A"/>
                </a:solidFill>
                <a:latin typeface="Microsoft YaHei"/>
              </a:rPr>
              <a:t>• </a:t>
            </a:r>
            <a:r>
              <a:rPr sz="1300">
                <a:solidFill>
                  <a:srgbClr val="1A1A1A"/>
                </a:solidFill>
                <a:latin typeface="Microsoft YaHei"/>
              </a:rPr>
              <a:t>合规意识贯穿日常，形成自律文化</a:t>
            </a: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8、</a:t>
            </a:r>
            <a:r>
              <a:rPr lang="zh-TW" altLang="en-US" dirty="0">
                <a:sym typeface="+mn-ea"/>
              </a:rPr>
              <a:t>呼叫中心客服转型的下一步计划</a:t>
            </a:r>
            <a:endParaRPr lang="en-US" altLang="zh-CN" dirty="0"/>
          </a:p>
        </p:txBody>
      </p:sp>
      <p:sp>
        <p:nvSpPr>
          <p:cNvPr id="6" name="矩形 1"/>
          <p:cNvSpPr/>
          <p:nvPr/>
        </p:nvSpPr>
        <p:spPr>
          <a:xfrm>
            <a:off x="767715" y="1124585"/>
            <a:ext cx="10565765" cy="3316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altLang="en-US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65276" y="1828800"/>
            <a:ext cx="31089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5276" y="1828800"/>
            <a:ext cx="3108960" cy="548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8156" y="1672254948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应对获客成本上升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8156" y="16722555429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通过精准识别提升ROI，优化触达策略降低单客成本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9996" y="1828800"/>
            <a:ext cx="31089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9996" y="1828800"/>
            <a:ext cx="3108960" cy="548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2876" y="1672254948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适应合规要求趋严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876" y="16722555429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持续强化合规能力，AI监控体系升级迭代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4716" y="1828800"/>
            <a:ext cx="31089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4716" y="1828800"/>
            <a:ext cx="3108960" cy="548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7596" y="1672254948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2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应对技术迭代压力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7596" y="16722555429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59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持续学习应用AI、大数据等新技术，保持行业领先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062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540"/>
              </a:spcAft>
            </a:pPr>
            <a:r>
              <a:rPr sz="1800" b="1">
                <a:solidFill>
                  <a:srgbClr val="E2231A"/>
                </a:solidFill>
                <a:latin typeface="Microsoft YaHei"/>
              </a:rPr>
              <a:t>核心目标：成为全球最值得信赖的企业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663440"/>
            <a:ext cx="3044952" cy="3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BT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158718" y="2750155"/>
            <a:ext cx="4658400" cy="1015200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THANKS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2"/>
            </p:custDataLst>
          </p:nvPr>
        </p:nvSpPr>
        <p:spPr bwMode="auto">
          <a:xfrm rot="7086271">
            <a:off x="6790401" y="2445248"/>
            <a:ext cx="1482725" cy="1482725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3840480"/>
            <a:ext cx="6702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540"/>
              </a:spcAft>
            </a:pPr>
            <a:r>
              <a:rPr sz="1800" b="0">
                <a:solidFill>
                  <a:srgbClr val="666666"/>
                </a:solidFill>
                <a:latin typeface="Microsoft YaHei"/>
              </a:rPr>
              <a:t>京东科技股份有限公司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297680"/>
            <a:ext cx="6702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42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服务营销最佳实践申报材料</a:t>
            </a: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7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19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9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0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1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31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31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32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33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3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34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3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4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5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55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6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6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7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7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7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7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7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8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9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9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9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67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7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7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8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8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8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9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9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9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9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1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1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1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1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1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1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6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79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9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9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0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0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1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2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3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8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8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7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8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9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2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3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3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3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4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5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9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9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8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9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0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3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103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5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7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7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10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10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9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109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29"/>
  <p:tag name="KSO_WM_UNIT_TYPE" val="a"/>
  <p:tag name="KSO_WM_UNIT_INDEX" val="1"/>
  <p:tag name="KSO_WM_UNIT_ID" val="custom129_2*a*1"/>
  <p:tag name="KSO_WM_UNIT_LAYERLEVEL" val="1"/>
  <p:tag name="KSO_WM_UNIT_VALUE" val="36"/>
  <p:tag name="KSO_WM_UNIT_ISCONTENTSTITLE" val="0"/>
  <p:tag name="KSO_WM_UNIT_HIGHLIGHT" val="0"/>
  <p:tag name="KSO_WM_UNIT_COMPATIBLE" val="0"/>
  <p:tag name="KSO_WM_UNIT_PRESET_TEXT_INDEX" val="3"/>
  <p:tag name="KSO_WM_UNIT_PRESET_TEXT_LEN" val="17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.35"/>
  <p:tag name="KSO_WM_UNIT_TEXT_FILL_FORE_SCHEMECOLOR_INDEX" val="13"/>
  <p:tag name="KSO_WM_UNIT_TEXT_FILL_TYPE" val="1"/>
</p:tagLst>
</file>

<file path=ppt/tags/tag1091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SLIDE_ID" val="custom129_1"/>
  <p:tag name="KSO_WM_SLIDE_INDEX" val="1"/>
  <p:tag name="KSO_WM_SLIDE_ITEM_CNT" val="0"/>
  <p:tag name="KSO_WM_SLIDE_LAYOUT" val="a_b"/>
  <p:tag name="KSO_WM_SLIDE_LAYOUT_CNT" val="1_1"/>
  <p:tag name="KSO_WM_SLIDE_TYPE" val="title"/>
  <p:tag name="KSO_WM_BEAUTIFY_FLAG" val="#wm#"/>
  <p:tag name="KSO_WM_TEMPLATE_SUBCATEGORY" val="0"/>
  <p:tag name="KSO_WM_TEMPLATE_MASTER_TYPE" val="1"/>
  <p:tag name="KSO_WM_TEMPLATE_COLOR_TYPE" val="0"/>
</p:tagLst>
</file>

<file path=ppt/tags/tag1092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09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29"/>
  <p:tag name="KSO_WM_UNIT_TYPE" val="a"/>
  <p:tag name="KSO_WM_UNIT_INDEX" val="1"/>
  <p:tag name="KSO_WM_UNIT_ID" val="custom129_2*a*1"/>
  <p:tag name="KSO_WM_UNIT_LAYERLEVEL" val="1"/>
  <p:tag name="KSO_WM_UNIT_VALUE" val="36"/>
  <p:tag name="KSO_WM_UNIT_ISCONTENTSTITLE" val="0"/>
  <p:tag name="KSO_WM_UNIT_HIGHLIGHT" val="0"/>
  <p:tag name="KSO_WM_UNIT_COMPATIBLE" val="0"/>
  <p:tag name="KSO_WM_UNIT_PRESET_TEXT_INDEX" val="3"/>
  <p:tag name="KSO_WM_UNIT_PRESET_TEXT_LEN" val="17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.35"/>
  <p:tag name="KSO_WM_UNIT_TEXT_FILL_FORE_SCHEMECOLOR_INDEX" val="13"/>
  <p:tag name="KSO_WM_UNIT_TEXT_FILL_TYPE" val="1"/>
</p:tagLst>
</file>

<file path=ppt/tags/tag109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29"/>
  <p:tag name="KSO_WM_UNIT_TYPE" val="b"/>
  <p:tag name="KSO_WM_UNIT_INDEX" val="1"/>
  <p:tag name="KSO_WM_UNIT_ID" val="custom129_2*b*1"/>
  <p:tag name="KSO_WM_UNIT_LAYERLEVEL" val="1"/>
  <p:tag name="KSO_WM_UNIT_VALUE" val="66"/>
  <p:tag name="KSO_WM_UNIT_ISCONTENTSTITLE" val="0"/>
  <p:tag name="KSO_WM_UNIT_HIGHLIGHT" val="0"/>
  <p:tag name="KSO_WM_UNIT_COMPATIBLE" val="0"/>
  <p:tag name="KSO_WM_UNIT_PRESET_TEXT_INDEX" val="3"/>
  <p:tag name="KSO_WM_UNIT_PRESET_TEXT_LEN" val="17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-0.5"/>
  <p:tag name="KSO_WM_UNIT_TEXT_FILL_FORE_SCHEMECOLOR_INDEX" val="14"/>
  <p:tag name="KSO_WM_UNIT_TEXT_FILL_TYPE" val="1"/>
</p:tagLst>
</file>

<file path=ppt/tags/tag1095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SLIDE_ID" val="custom129_1"/>
  <p:tag name="KSO_WM_SLIDE_INDEX" val="1"/>
  <p:tag name="KSO_WM_SLIDE_ITEM_CNT" val="0"/>
  <p:tag name="KSO_WM_SLIDE_LAYOUT" val="a_b"/>
  <p:tag name="KSO_WM_SLIDE_LAYOUT_CNT" val="1_1"/>
  <p:tag name="KSO_WM_SLIDE_TYPE" val="title"/>
  <p:tag name="KSO_WM_BEAUTIFY_FLAG" val="#wm#"/>
  <p:tag name="KSO_WM_TEMPLATE_SUBCATEGORY" val="0"/>
  <p:tag name="KSO_WM_TEMPLATE_MASTER_TYPE" val="1"/>
  <p:tag name="KSO_WM_TEMPLATE_COLOR_TYPE" val="0"/>
</p:tagLst>
</file>

<file path=ppt/tags/tag1096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097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098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099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0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1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2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3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6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7.xml><?xml version="1.0" encoding="utf-8"?>
<p:tagLst xmlns:p="http://schemas.openxmlformats.org/presentationml/2006/main">
  <p:tag name="COMMONDATA" val="eyJoZGlkIjoiMTgyY2Y5Y2UxZjkwY2NiYzg1MTM4ZmQzOTFhYWJhY2IifQ=="/>
  <p:tag name="commondata" val="eyJoZGlkIjoiMzEwNTM5NzYwMDRjMzkwZTVkZjY2ODkwMGIxNGU0OTU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</Words>
  <Application>WPS 演示</Application>
  <PresentationFormat>寬螢幕</PresentationFormat>
  <Paragraphs>95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</vt:lpstr>
      <vt:lpstr>黑体</vt:lpstr>
      <vt:lpstr>Arial Unicode MS</vt:lpstr>
      <vt:lpstr>Calibri</vt:lpstr>
      <vt:lpstr>默认设计模板</vt:lpstr>
      <vt:lpstr>Office 主题</vt:lpstr>
      <vt:lpstr>2_Office 主题</vt:lpstr>
      <vt:lpstr>3_Office 主题</vt:lpstr>
      <vt:lpstr>4_Office 主题</vt:lpstr>
      <vt:lpstr>5_Office 主题</vt:lpstr>
      <vt:lpstr>1_Office 主题</vt:lpstr>
      <vt:lpstr>7_Office 主题</vt:lpstr>
      <vt:lpstr>8_Office 主题</vt:lpstr>
      <vt:lpstr>9_Office 主题</vt:lpstr>
      <vt:lpstr>2026年度“新客服节新客服最佳实践奖”</vt:lpstr>
      <vt:lpstr>撰写指引</vt:lpstr>
      <vt:lpstr>企业名称</vt:lpstr>
      <vt:lpstr>1、呼叫中心现况简介</vt:lpstr>
      <vt:lpstr>2、呼叫中心组织架构</vt:lpstr>
      <vt:lpstr>3、呼叫中心客服转型背景与战略目标</vt:lpstr>
      <vt:lpstr>4、呼叫中心客服转型实施过程</vt:lpstr>
      <vt:lpstr>5、呼叫中心客服转型具体成果</vt:lpstr>
      <vt:lpstr>6、呼叫中心客服转型的成功关键</vt:lpstr>
      <vt:lpstr>7、呼叫中心客服转型的组织变革与人才培养</vt:lpstr>
      <vt:lpstr>8、呼叫中心客服转型的下一步计划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中国十佳呼叫中心服务外包机构奖</dc:title>
  <dc:creator>郭康</dc:creator>
  <cp:lastModifiedBy>郭康</cp:lastModifiedBy>
  <cp:revision>46</cp:revision>
  <dcterms:created xsi:type="dcterms:W3CDTF">2022-07-13T08:59:00Z</dcterms:created>
  <dcterms:modified xsi:type="dcterms:W3CDTF">2026-03-04T03:40:29Z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22CBEBF4112F4C35B3D664F30487BBDA</vt:lpwstr>
  </property>
</Properties>
</file>