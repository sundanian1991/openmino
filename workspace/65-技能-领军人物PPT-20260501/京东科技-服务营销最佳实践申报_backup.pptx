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9" r:id="rId4"/>
    <p:sldMasterId id="2147483698" r:id="rId5"/>
    <p:sldMasterId id="2147483717" r:id="rId6"/>
    <p:sldMasterId id="2147483736" r:id="rId7"/>
    <p:sldMasterId id="2147483755" r:id="rId8"/>
    <p:sldMasterId id="2147483774" r:id="rId9"/>
    <p:sldMasterId id="2147483793" r:id="rId10"/>
    <p:sldMasterId id="2147483812" r:id="rId11"/>
  </p:sldMasterIdLst>
  <p:notesMasterIdLst>
    <p:notesMasterId r:id="rId24"/>
  </p:notesMasterIdLst>
  <p:sldIdLst>
    <p:sldId id="258" r:id="rId12"/>
    <p:sldId id="260" r:id="rId13"/>
    <p:sldId id="267" r:id="rId14"/>
    <p:sldId id="263" r:id="rId15"/>
    <p:sldId id="264" r:id="rId16"/>
    <p:sldId id="265" r:id="rId17"/>
    <p:sldId id="266" r:id="rId18"/>
    <p:sldId id="268" r:id="rId19"/>
    <p:sldId id="271" r:id="rId20"/>
    <p:sldId id="270" r:id="rId21"/>
    <p:sldId id="272" r:id="rId22"/>
    <p:sldId id="274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59" d="100"/>
          <a:sy n="59" d="100"/>
        </p:scale>
        <p:origin x="940" y="52"/>
      </p:cViewPr>
      <p:guideLst>
        <p:guide orient="horz" pos="2132"/>
        <p:guide pos="38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tags" Target="tags/tag1107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image" Target="../media/image2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image" Target="../media/image3.png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image" Target="../media/image4.png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image" Target="../media/image1.png"/><Relationship Id="rId2" Type="http://schemas.openxmlformats.org/officeDocument/2006/relationships/tags" Target="../tags/tag12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image" Target="../media/image2.png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image" Target="../media/image3.png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image" Target="../media/image3.png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image" Target="../media/image4.png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32.xml"/><Relationship Id="rId7" Type="http://schemas.openxmlformats.org/officeDocument/2006/relationships/tags" Target="../tags/tag231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image" Target="../media/image1.png"/><Relationship Id="rId2" Type="http://schemas.openxmlformats.org/officeDocument/2006/relationships/tags" Target="../tags/tag243.xml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image" Target="../media/image2.png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tags" Target="../tags/tag257.xml"/><Relationship Id="rId5" Type="http://schemas.openxmlformats.org/officeDocument/2006/relationships/image" Target="../media/image3.png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2" Type="http://schemas.openxmlformats.org/officeDocument/2006/relationships/tags" Target="../tags/tag263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7" Type="http://schemas.openxmlformats.org/officeDocument/2006/relationships/tags" Target="../tags/tag286.xml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4" Type="http://schemas.openxmlformats.org/officeDocument/2006/relationships/tags" Target="../tags/tag283.xml"/><Relationship Id="rId3" Type="http://schemas.openxmlformats.org/officeDocument/2006/relationships/image" Target="../media/image3.png"/><Relationship Id="rId2" Type="http://schemas.openxmlformats.org/officeDocument/2006/relationships/tags" Target="../tags/tag282.xml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5" Type="http://schemas.openxmlformats.org/officeDocument/2006/relationships/tags" Target="../tags/tag302.xml"/><Relationship Id="rId4" Type="http://schemas.openxmlformats.org/officeDocument/2006/relationships/tags" Target="../tags/tag301.xml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tags" Target="../tags/tag317.xml"/><Relationship Id="rId7" Type="http://schemas.openxmlformats.org/officeDocument/2006/relationships/tags" Target="../tags/tag316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324.xml"/><Relationship Id="rId8" Type="http://schemas.openxmlformats.org/officeDocument/2006/relationships/tags" Target="../tags/tag323.xml"/><Relationship Id="rId7" Type="http://schemas.openxmlformats.org/officeDocument/2006/relationships/tags" Target="../tags/tag322.xml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9" Type="http://schemas.openxmlformats.org/officeDocument/2006/relationships/tags" Target="../tags/tag338.xml"/><Relationship Id="rId8" Type="http://schemas.openxmlformats.org/officeDocument/2006/relationships/tags" Target="../tags/tag337.xml"/><Relationship Id="rId7" Type="http://schemas.openxmlformats.org/officeDocument/2006/relationships/tags" Target="../tags/tag336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" Type="http://schemas.openxmlformats.org/officeDocument/2006/relationships/image" Target="../media/image4.png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353.xml"/><Relationship Id="rId7" Type="http://schemas.openxmlformats.org/officeDocument/2006/relationships/tags" Target="../tags/tag352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3" Type="http://schemas.openxmlformats.org/officeDocument/2006/relationships/tags" Target="../tags/tag34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369.xml"/><Relationship Id="rId7" Type="http://schemas.openxmlformats.org/officeDocument/2006/relationships/tags" Target="../tags/tag368.xml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" Type="http://schemas.openxmlformats.org/officeDocument/2006/relationships/image" Target="../media/image1.png"/><Relationship Id="rId2" Type="http://schemas.openxmlformats.org/officeDocument/2006/relationships/tags" Target="../tags/tag364.xml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7" Type="http://schemas.openxmlformats.org/officeDocument/2006/relationships/tags" Target="../tags/tag374.xml"/><Relationship Id="rId6" Type="http://schemas.openxmlformats.org/officeDocument/2006/relationships/tags" Target="../tags/tag373.xml"/><Relationship Id="rId5" Type="http://schemas.openxmlformats.org/officeDocument/2006/relationships/tags" Target="../tags/tag372.xml"/><Relationship Id="rId4" Type="http://schemas.openxmlformats.org/officeDocument/2006/relationships/image" Target="../media/image2.png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9" Type="http://schemas.openxmlformats.org/officeDocument/2006/relationships/tags" Target="../tags/tag381.xml"/><Relationship Id="rId8" Type="http://schemas.openxmlformats.org/officeDocument/2006/relationships/tags" Target="../tags/tag380.xml"/><Relationship Id="rId7" Type="http://schemas.openxmlformats.org/officeDocument/2006/relationships/tags" Target="../tags/tag379.xml"/><Relationship Id="rId6" Type="http://schemas.openxmlformats.org/officeDocument/2006/relationships/tags" Target="../tags/tag378.xml"/><Relationship Id="rId5" Type="http://schemas.openxmlformats.org/officeDocument/2006/relationships/image" Target="../media/image3.png"/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2" Type="http://schemas.openxmlformats.org/officeDocument/2006/relationships/tags" Target="../tags/tag384.xml"/><Relationship Id="rId11" Type="http://schemas.openxmlformats.org/officeDocument/2006/relationships/tags" Target="../tags/tag383.xml"/><Relationship Id="rId10" Type="http://schemas.openxmlformats.org/officeDocument/2006/relationships/tags" Target="../tags/tag382.xml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7" Type="http://schemas.openxmlformats.org/officeDocument/2006/relationships/tags" Target="../tags/tag390.xml"/><Relationship Id="rId6" Type="http://schemas.openxmlformats.org/officeDocument/2006/relationships/tags" Target="../tags/tag389.xml"/><Relationship Id="rId5" Type="http://schemas.openxmlformats.org/officeDocument/2006/relationships/tags" Target="../tags/tag388.xml"/><Relationship Id="rId4" Type="http://schemas.openxmlformats.org/officeDocument/2006/relationships/tags" Target="../tags/tag387.xml"/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9" Type="http://schemas.openxmlformats.org/officeDocument/2006/relationships/tags" Target="../tags/tag398.xml"/><Relationship Id="rId8" Type="http://schemas.openxmlformats.org/officeDocument/2006/relationships/tags" Target="../tags/tag397.xml"/><Relationship Id="rId7" Type="http://schemas.openxmlformats.org/officeDocument/2006/relationships/tags" Target="../tags/tag396.xml"/><Relationship Id="rId6" Type="http://schemas.openxmlformats.org/officeDocument/2006/relationships/tags" Target="../tags/tag395.xml"/><Relationship Id="rId5" Type="http://schemas.openxmlformats.org/officeDocument/2006/relationships/tags" Target="../tags/tag394.xml"/><Relationship Id="rId4" Type="http://schemas.openxmlformats.org/officeDocument/2006/relationships/tags" Target="../tags/tag393.xml"/><Relationship Id="rId3" Type="http://schemas.openxmlformats.org/officeDocument/2006/relationships/tags" Target="../tags/tag392.xml"/><Relationship Id="rId2" Type="http://schemas.openxmlformats.org/officeDocument/2006/relationships/tags" Target="../tags/tag391.xml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5" Type="http://schemas.openxmlformats.org/officeDocument/2006/relationships/tags" Target="../tags/tag402.xml"/><Relationship Id="rId4" Type="http://schemas.openxmlformats.org/officeDocument/2006/relationships/tags" Target="../tags/tag401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7" Type="http://schemas.openxmlformats.org/officeDocument/2006/relationships/tags" Target="../tags/tag407.xml"/><Relationship Id="rId6" Type="http://schemas.openxmlformats.org/officeDocument/2006/relationships/tags" Target="../tags/tag406.xml"/><Relationship Id="rId5" Type="http://schemas.openxmlformats.org/officeDocument/2006/relationships/tags" Target="../tags/tag405.xml"/><Relationship Id="rId4" Type="http://schemas.openxmlformats.org/officeDocument/2006/relationships/tags" Target="../tags/tag404.xml"/><Relationship Id="rId3" Type="http://schemas.openxmlformats.org/officeDocument/2006/relationships/image" Target="../media/image3.png"/><Relationship Id="rId2" Type="http://schemas.openxmlformats.org/officeDocument/2006/relationships/tags" Target="../tags/tag403.xml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414.xml"/><Relationship Id="rId7" Type="http://schemas.openxmlformats.org/officeDocument/2006/relationships/tags" Target="../tags/tag413.xml"/><Relationship Id="rId6" Type="http://schemas.openxmlformats.org/officeDocument/2006/relationships/tags" Target="../tags/tag412.xml"/><Relationship Id="rId5" Type="http://schemas.openxmlformats.org/officeDocument/2006/relationships/tags" Target="../tags/tag411.xml"/><Relationship Id="rId4" Type="http://schemas.openxmlformats.org/officeDocument/2006/relationships/tags" Target="../tags/tag410.xml"/><Relationship Id="rId3" Type="http://schemas.openxmlformats.org/officeDocument/2006/relationships/tags" Target="../tags/tag409.xml"/><Relationship Id="rId2" Type="http://schemas.openxmlformats.org/officeDocument/2006/relationships/tags" Target="../tags/tag408.xml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" Type="http://schemas.openxmlformats.org/officeDocument/2006/relationships/tags" Target="../tags/tag426.xml"/><Relationship Id="rId3" Type="http://schemas.openxmlformats.org/officeDocument/2006/relationships/tags" Target="../tags/tag425.xml"/><Relationship Id="rId2" Type="http://schemas.openxmlformats.org/officeDocument/2006/relationships/tags" Target="../tags/tag424.xml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6" Type="http://schemas.openxmlformats.org/officeDocument/2006/relationships/tags" Target="../tags/tag432.xml"/><Relationship Id="rId5" Type="http://schemas.openxmlformats.org/officeDocument/2006/relationships/tags" Target="../tags/tag431.xml"/><Relationship Id="rId4" Type="http://schemas.openxmlformats.org/officeDocument/2006/relationships/tags" Target="../tags/tag430.xml"/><Relationship Id="rId3" Type="http://schemas.openxmlformats.org/officeDocument/2006/relationships/tags" Target="../tags/tag42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438.xml"/><Relationship Id="rId7" Type="http://schemas.openxmlformats.org/officeDocument/2006/relationships/tags" Target="../tags/tag437.xml"/><Relationship Id="rId6" Type="http://schemas.openxmlformats.org/officeDocument/2006/relationships/tags" Target="../tags/tag436.xml"/><Relationship Id="rId5" Type="http://schemas.openxmlformats.org/officeDocument/2006/relationships/tags" Target="../tags/tag435.xml"/><Relationship Id="rId4" Type="http://schemas.openxmlformats.org/officeDocument/2006/relationships/tags" Target="../tags/tag434.xml"/><Relationship Id="rId3" Type="http://schemas.openxmlformats.org/officeDocument/2006/relationships/tags" Target="../tags/tag43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9" Type="http://schemas.openxmlformats.org/officeDocument/2006/relationships/tags" Target="../tags/tag445.xml"/><Relationship Id="rId8" Type="http://schemas.openxmlformats.org/officeDocument/2006/relationships/tags" Target="../tags/tag444.xml"/><Relationship Id="rId7" Type="http://schemas.openxmlformats.org/officeDocument/2006/relationships/tags" Target="../tags/tag443.xml"/><Relationship Id="rId6" Type="http://schemas.openxmlformats.org/officeDocument/2006/relationships/tags" Target="../tags/tag442.xml"/><Relationship Id="rId5" Type="http://schemas.openxmlformats.org/officeDocument/2006/relationships/tags" Target="../tags/tag441.xml"/><Relationship Id="rId4" Type="http://schemas.openxmlformats.org/officeDocument/2006/relationships/tags" Target="../tags/tag440.xml"/><Relationship Id="rId3" Type="http://schemas.openxmlformats.org/officeDocument/2006/relationships/tags" Target="../tags/tag43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9" Type="http://schemas.openxmlformats.org/officeDocument/2006/relationships/tags" Target="../tags/tag452.xml"/><Relationship Id="rId8" Type="http://schemas.openxmlformats.org/officeDocument/2006/relationships/tags" Target="../tags/tag451.xml"/><Relationship Id="rId7" Type="http://schemas.openxmlformats.org/officeDocument/2006/relationships/tags" Target="../tags/tag450.xml"/><Relationship Id="rId6" Type="http://schemas.openxmlformats.org/officeDocument/2006/relationships/tags" Target="../tags/tag449.xml"/><Relationship Id="rId5" Type="http://schemas.openxmlformats.org/officeDocument/2006/relationships/tags" Target="../tags/tag448.xml"/><Relationship Id="rId4" Type="http://schemas.openxmlformats.org/officeDocument/2006/relationships/tags" Target="../tags/tag447.xml"/><Relationship Id="rId3" Type="http://schemas.openxmlformats.org/officeDocument/2006/relationships/tags" Target="../tags/tag44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9" Type="http://schemas.openxmlformats.org/officeDocument/2006/relationships/tags" Target="../tags/tag459.xml"/><Relationship Id="rId8" Type="http://schemas.openxmlformats.org/officeDocument/2006/relationships/tags" Target="../tags/tag458.xml"/><Relationship Id="rId7" Type="http://schemas.openxmlformats.org/officeDocument/2006/relationships/tags" Target="../tags/tag457.xml"/><Relationship Id="rId6" Type="http://schemas.openxmlformats.org/officeDocument/2006/relationships/tags" Target="../tags/tag456.xml"/><Relationship Id="rId5" Type="http://schemas.openxmlformats.org/officeDocument/2006/relationships/tags" Target="../tags/tag455.xml"/><Relationship Id="rId4" Type="http://schemas.openxmlformats.org/officeDocument/2006/relationships/tags" Target="../tags/tag454.xml"/><Relationship Id="rId3" Type="http://schemas.openxmlformats.org/officeDocument/2006/relationships/tags" Target="../tags/tag45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9" Type="http://schemas.openxmlformats.org/officeDocument/2006/relationships/tags" Target="../tags/tag466.xml"/><Relationship Id="rId8" Type="http://schemas.openxmlformats.org/officeDocument/2006/relationships/tags" Target="../tags/tag465.xml"/><Relationship Id="rId7" Type="http://schemas.openxmlformats.org/officeDocument/2006/relationships/tags" Target="../tags/tag464.xml"/><Relationship Id="rId6" Type="http://schemas.openxmlformats.org/officeDocument/2006/relationships/tags" Target="../tags/tag463.xml"/><Relationship Id="rId5" Type="http://schemas.openxmlformats.org/officeDocument/2006/relationships/tags" Target="../tags/tag462.xml"/><Relationship Id="rId4" Type="http://schemas.openxmlformats.org/officeDocument/2006/relationships/tags" Target="../tags/tag461.xml"/><Relationship Id="rId3" Type="http://schemas.openxmlformats.org/officeDocument/2006/relationships/tags" Target="../tags/tag460.xml"/><Relationship Id="rId2" Type="http://schemas.openxmlformats.org/officeDocument/2006/relationships/image" Target="../media/image4.png"/><Relationship Id="rId11" Type="http://schemas.openxmlformats.org/officeDocument/2006/relationships/tags" Target="../tags/tag468.xml"/><Relationship Id="rId10" Type="http://schemas.openxmlformats.org/officeDocument/2006/relationships/tags" Target="../tags/tag467.xml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tags" Target="../tags/tag474.xml"/><Relationship Id="rId7" Type="http://schemas.openxmlformats.org/officeDocument/2006/relationships/tags" Target="../tags/tag473.xml"/><Relationship Id="rId6" Type="http://schemas.openxmlformats.org/officeDocument/2006/relationships/tags" Target="../tags/tag472.xml"/><Relationship Id="rId5" Type="http://schemas.openxmlformats.org/officeDocument/2006/relationships/tags" Target="../tags/tag471.xml"/><Relationship Id="rId4" Type="http://schemas.openxmlformats.org/officeDocument/2006/relationships/tags" Target="../tags/tag470.xml"/><Relationship Id="rId3" Type="http://schemas.openxmlformats.org/officeDocument/2006/relationships/tags" Target="../tags/tag46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tags" Target="../tags/tag490.xml"/><Relationship Id="rId7" Type="http://schemas.openxmlformats.org/officeDocument/2006/relationships/tags" Target="../tags/tag489.xml"/><Relationship Id="rId6" Type="http://schemas.openxmlformats.org/officeDocument/2006/relationships/tags" Target="../tags/tag488.xml"/><Relationship Id="rId5" Type="http://schemas.openxmlformats.org/officeDocument/2006/relationships/tags" Target="../tags/tag487.xml"/><Relationship Id="rId4" Type="http://schemas.openxmlformats.org/officeDocument/2006/relationships/tags" Target="../tags/tag486.xml"/><Relationship Id="rId3" Type="http://schemas.openxmlformats.org/officeDocument/2006/relationships/image" Target="../media/image1.png"/><Relationship Id="rId2" Type="http://schemas.openxmlformats.org/officeDocument/2006/relationships/tags" Target="../tags/tag485.xml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7" Type="http://schemas.openxmlformats.org/officeDocument/2006/relationships/tags" Target="../tags/tag495.xml"/><Relationship Id="rId6" Type="http://schemas.openxmlformats.org/officeDocument/2006/relationships/tags" Target="../tags/tag494.xml"/><Relationship Id="rId5" Type="http://schemas.openxmlformats.org/officeDocument/2006/relationships/tags" Target="../tags/tag493.xml"/><Relationship Id="rId4" Type="http://schemas.openxmlformats.org/officeDocument/2006/relationships/image" Target="../media/image2.png"/><Relationship Id="rId3" Type="http://schemas.openxmlformats.org/officeDocument/2006/relationships/tags" Target="../tags/tag492.xml"/><Relationship Id="rId2" Type="http://schemas.openxmlformats.org/officeDocument/2006/relationships/tags" Target="../tags/tag491.xml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9" Type="http://schemas.openxmlformats.org/officeDocument/2006/relationships/tags" Target="../tags/tag502.xml"/><Relationship Id="rId8" Type="http://schemas.openxmlformats.org/officeDocument/2006/relationships/tags" Target="../tags/tag501.xml"/><Relationship Id="rId7" Type="http://schemas.openxmlformats.org/officeDocument/2006/relationships/tags" Target="../tags/tag500.xml"/><Relationship Id="rId6" Type="http://schemas.openxmlformats.org/officeDocument/2006/relationships/tags" Target="../tags/tag499.xml"/><Relationship Id="rId5" Type="http://schemas.openxmlformats.org/officeDocument/2006/relationships/image" Target="../media/image3.png"/><Relationship Id="rId4" Type="http://schemas.openxmlformats.org/officeDocument/2006/relationships/tags" Target="../tags/tag498.xml"/><Relationship Id="rId3" Type="http://schemas.openxmlformats.org/officeDocument/2006/relationships/tags" Target="../tags/tag497.xml"/><Relationship Id="rId2" Type="http://schemas.openxmlformats.org/officeDocument/2006/relationships/tags" Target="../tags/tag496.xml"/><Relationship Id="rId12" Type="http://schemas.openxmlformats.org/officeDocument/2006/relationships/tags" Target="../tags/tag505.xml"/><Relationship Id="rId11" Type="http://schemas.openxmlformats.org/officeDocument/2006/relationships/tags" Target="../tags/tag504.xml"/><Relationship Id="rId10" Type="http://schemas.openxmlformats.org/officeDocument/2006/relationships/tags" Target="../tags/tag503.xml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7" Type="http://schemas.openxmlformats.org/officeDocument/2006/relationships/tags" Target="../tags/tag511.xml"/><Relationship Id="rId6" Type="http://schemas.openxmlformats.org/officeDocument/2006/relationships/tags" Target="../tags/tag510.xml"/><Relationship Id="rId5" Type="http://schemas.openxmlformats.org/officeDocument/2006/relationships/tags" Target="../tags/tag509.xml"/><Relationship Id="rId4" Type="http://schemas.openxmlformats.org/officeDocument/2006/relationships/tags" Target="../tags/tag508.xml"/><Relationship Id="rId3" Type="http://schemas.openxmlformats.org/officeDocument/2006/relationships/tags" Target="../tags/tag507.xml"/><Relationship Id="rId2" Type="http://schemas.openxmlformats.org/officeDocument/2006/relationships/tags" Target="../tags/tag506.xml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9" Type="http://schemas.openxmlformats.org/officeDocument/2006/relationships/tags" Target="../tags/tag519.xml"/><Relationship Id="rId8" Type="http://schemas.openxmlformats.org/officeDocument/2006/relationships/tags" Target="../tags/tag518.xml"/><Relationship Id="rId7" Type="http://schemas.openxmlformats.org/officeDocument/2006/relationships/tags" Target="../tags/tag517.xml"/><Relationship Id="rId6" Type="http://schemas.openxmlformats.org/officeDocument/2006/relationships/tags" Target="../tags/tag516.xml"/><Relationship Id="rId5" Type="http://schemas.openxmlformats.org/officeDocument/2006/relationships/tags" Target="../tags/tag515.xml"/><Relationship Id="rId4" Type="http://schemas.openxmlformats.org/officeDocument/2006/relationships/tags" Target="../tags/tag514.xml"/><Relationship Id="rId3" Type="http://schemas.openxmlformats.org/officeDocument/2006/relationships/tags" Target="../tags/tag513.xml"/><Relationship Id="rId2" Type="http://schemas.openxmlformats.org/officeDocument/2006/relationships/tags" Target="../tags/tag512.xml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5" Type="http://schemas.openxmlformats.org/officeDocument/2006/relationships/tags" Target="../tags/tag523.xml"/><Relationship Id="rId4" Type="http://schemas.openxmlformats.org/officeDocument/2006/relationships/tags" Target="../tags/tag522.xml"/><Relationship Id="rId3" Type="http://schemas.openxmlformats.org/officeDocument/2006/relationships/tags" Target="../tags/tag521.xml"/><Relationship Id="rId2" Type="http://schemas.openxmlformats.org/officeDocument/2006/relationships/tags" Target="../tags/tag520.xml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7" Type="http://schemas.openxmlformats.org/officeDocument/2006/relationships/tags" Target="../tags/tag528.xml"/><Relationship Id="rId6" Type="http://schemas.openxmlformats.org/officeDocument/2006/relationships/tags" Target="../tags/tag527.xml"/><Relationship Id="rId5" Type="http://schemas.openxmlformats.org/officeDocument/2006/relationships/tags" Target="../tags/tag526.xml"/><Relationship Id="rId4" Type="http://schemas.openxmlformats.org/officeDocument/2006/relationships/tags" Target="../tags/tag525.xml"/><Relationship Id="rId3" Type="http://schemas.openxmlformats.org/officeDocument/2006/relationships/image" Target="../media/image3.png"/><Relationship Id="rId2" Type="http://schemas.openxmlformats.org/officeDocument/2006/relationships/tags" Target="../tags/tag524.xml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8" Type="http://schemas.openxmlformats.org/officeDocument/2006/relationships/tags" Target="../tags/tag535.xml"/><Relationship Id="rId7" Type="http://schemas.openxmlformats.org/officeDocument/2006/relationships/tags" Target="../tags/tag534.xml"/><Relationship Id="rId6" Type="http://schemas.openxmlformats.org/officeDocument/2006/relationships/tags" Target="../tags/tag533.xml"/><Relationship Id="rId5" Type="http://schemas.openxmlformats.org/officeDocument/2006/relationships/tags" Target="../tags/tag532.xml"/><Relationship Id="rId4" Type="http://schemas.openxmlformats.org/officeDocument/2006/relationships/tags" Target="../tags/tag531.xml"/><Relationship Id="rId3" Type="http://schemas.openxmlformats.org/officeDocument/2006/relationships/tags" Target="../tags/tag530.xml"/><Relationship Id="rId2" Type="http://schemas.openxmlformats.org/officeDocument/2006/relationships/tags" Target="../tags/tag529.xml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6" Type="http://schemas.openxmlformats.org/officeDocument/2006/relationships/tags" Target="../tags/tag540.xml"/><Relationship Id="rId5" Type="http://schemas.openxmlformats.org/officeDocument/2006/relationships/tags" Target="../tags/tag539.xml"/><Relationship Id="rId4" Type="http://schemas.openxmlformats.org/officeDocument/2006/relationships/tags" Target="../tags/tag538.xml"/><Relationship Id="rId3" Type="http://schemas.openxmlformats.org/officeDocument/2006/relationships/tags" Target="../tags/tag537.xml"/><Relationship Id="rId2" Type="http://schemas.openxmlformats.org/officeDocument/2006/relationships/tags" Target="../tags/tag536.xml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5" Type="http://schemas.openxmlformats.org/officeDocument/2006/relationships/tags" Target="../tags/tag544.xml"/><Relationship Id="rId4" Type="http://schemas.openxmlformats.org/officeDocument/2006/relationships/tags" Target="../tags/tag543.xml"/><Relationship Id="rId3" Type="http://schemas.openxmlformats.org/officeDocument/2006/relationships/tags" Target="../tags/tag542.xml"/><Relationship Id="rId2" Type="http://schemas.openxmlformats.org/officeDocument/2006/relationships/tags" Target="../tags/tag541.xml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6" Type="http://schemas.openxmlformats.org/officeDocument/2006/relationships/tags" Target="../tags/tag549.xml"/><Relationship Id="rId5" Type="http://schemas.openxmlformats.org/officeDocument/2006/relationships/tags" Target="../tags/tag548.xml"/><Relationship Id="rId4" Type="http://schemas.openxmlformats.org/officeDocument/2006/relationships/tags" Target="../tags/tag547.xml"/><Relationship Id="rId3" Type="http://schemas.openxmlformats.org/officeDocument/2006/relationships/tags" Target="../tags/tag546.xml"/><Relationship Id="rId2" Type="http://schemas.openxmlformats.org/officeDocument/2006/relationships/tags" Target="../tags/tag545.xml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6" Type="http://schemas.openxmlformats.org/officeDocument/2006/relationships/tags" Target="../tags/tag553.xml"/><Relationship Id="rId5" Type="http://schemas.openxmlformats.org/officeDocument/2006/relationships/tags" Target="../tags/tag552.xml"/><Relationship Id="rId4" Type="http://schemas.openxmlformats.org/officeDocument/2006/relationships/tags" Target="../tags/tag551.xml"/><Relationship Id="rId3" Type="http://schemas.openxmlformats.org/officeDocument/2006/relationships/tags" Target="../tags/tag55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8" Type="http://schemas.openxmlformats.org/officeDocument/2006/relationships/tags" Target="../tags/tag559.xml"/><Relationship Id="rId7" Type="http://schemas.openxmlformats.org/officeDocument/2006/relationships/tags" Target="../tags/tag558.xml"/><Relationship Id="rId6" Type="http://schemas.openxmlformats.org/officeDocument/2006/relationships/tags" Target="../tags/tag557.xml"/><Relationship Id="rId5" Type="http://schemas.openxmlformats.org/officeDocument/2006/relationships/tags" Target="../tags/tag556.xml"/><Relationship Id="rId4" Type="http://schemas.openxmlformats.org/officeDocument/2006/relationships/tags" Target="../tags/tag555.xml"/><Relationship Id="rId3" Type="http://schemas.openxmlformats.org/officeDocument/2006/relationships/tags" Target="../tags/tag55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9" Type="http://schemas.openxmlformats.org/officeDocument/2006/relationships/tags" Target="../tags/tag566.xml"/><Relationship Id="rId8" Type="http://schemas.openxmlformats.org/officeDocument/2006/relationships/tags" Target="../tags/tag565.xml"/><Relationship Id="rId7" Type="http://schemas.openxmlformats.org/officeDocument/2006/relationships/tags" Target="../tags/tag564.xml"/><Relationship Id="rId6" Type="http://schemas.openxmlformats.org/officeDocument/2006/relationships/tags" Target="../tags/tag563.xml"/><Relationship Id="rId5" Type="http://schemas.openxmlformats.org/officeDocument/2006/relationships/tags" Target="../tags/tag562.xml"/><Relationship Id="rId4" Type="http://schemas.openxmlformats.org/officeDocument/2006/relationships/tags" Target="../tags/tag561.xml"/><Relationship Id="rId3" Type="http://schemas.openxmlformats.org/officeDocument/2006/relationships/tags" Target="../tags/tag56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9" Type="http://schemas.openxmlformats.org/officeDocument/2006/relationships/tags" Target="../tags/tag573.xml"/><Relationship Id="rId8" Type="http://schemas.openxmlformats.org/officeDocument/2006/relationships/tags" Target="../tags/tag572.xml"/><Relationship Id="rId7" Type="http://schemas.openxmlformats.org/officeDocument/2006/relationships/tags" Target="../tags/tag571.xml"/><Relationship Id="rId6" Type="http://schemas.openxmlformats.org/officeDocument/2006/relationships/tags" Target="../tags/tag570.xml"/><Relationship Id="rId5" Type="http://schemas.openxmlformats.org/officeDocument/2006/relationships/tags" Target="../tags/tag569.xml"/><Relationship Id="rId4" Type="http://schemas.openxmlformats.org/officeDocument/2006/relationships/tags" Target="../tags/tag568.xml"/><Relationship Id="rId3" Type="http://schemas.openxmlformats.org/officeDocument/2006/relationships/tags" Target="../tags/tag56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9" Type="http://schemas.openxmlformats.org/officeDocument/2006/relationships/tags" Target="../tags/tag580.xml"/><Relationship Id="rId8" Type="http://schemas.openxmlformats.org/officeDocument/2006/relationships/tags" Target="../tags/tag579.xml"/><Relationship Id="rId7" Type="http://schemas.openxmlformats.org/officeDocument/2006/relationships/tags" Target="../tags/tag578.xml"/><Relationship Id="rId6" Type="http://schemas.openxmlformats.org/officeDocument/2006/relationships/tags" Target="../tags/tag577.xml"/><Relationship Id="rId5" Type="http://schemas.openxmlformats.org/officeDocument/2006/relationships/tags" Target="../tags/tag576.xml"/><Relationship Id="rId4" Type="http://schemas.openxmlformats.org/officeDocument/2006/relationships/tags" Target="../tags/tag575.xml"/><Relationship Id="rId3" Type="http://schemas.openxmlformats.org/officeDocument/2006/relationships/tags" Target="../tags/tag57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9" Type="http://schemas.openxmlformats.org/officeDocument/2006/relationships/tags" Target="../tags/tag587.xml"/><Relationship Id="rId8" Type="http://schemas.openxmlformats.org/officeDocument/2006/relationships/tags" Target="../tags/tag586.xml"/><Relationship Id="rId7" Type="http://schemas.openxmlformats.org/officeDocument/2006/relationships/tags" Target="../tags/tag585.xml"/><Relationship Id="rId6" Type="http://schemas.openxmlformats.org/officeDocument/2006/relationships/tags" Target="../tags/tag584.xml"/><Relationship Id="rId5" Type="http://schemas.openxmlformats.org/officeDocument/2006/relationships/tags" Target="../tags/tag583.xml"/><Relationship Id="rId4" Type="http://schemas.openxmlformats.org/officeDocument/2006/relationships/tags" Target="../tags/tag582.xml"/><Relationship Id="rId3" Type="http://schemas.openxmlformats.org/officeDocument/2006/relationships/tags" Target="../tags/tag581.xml"/><Relationship Id="rId2" Type="http://schemas.openxmlformats.org/officeDocument/2006/relationships/image" Target="../media/image4.png"/><Relationship Id="rId11" Type="http://schemas.openxmlformats.org/officeDocument/2006/relationships/tags" Target="../tags/tag589.xml"/><Relationship Id="rId10" Type="http://schemas.openxmlformats.org/officeDocument/2006/relationships/tags" Target="../tags/tag588.xml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tags" Target="../tags/tag595.xml"/><Relationship Id="rId7" Type="http://schemas.openxmlformats.org/officeDocument/2006/relationships/tags" Target="../tags/tag594.xml"/><Relationship Id="rId6" Type="http://schemas.openxmlformats.org/officeDocument/2006/relationships/tags" Target="../tags/tag593.xml"/><Relationship Id="rId5" Type="http://schemas.openxmlformats.org/officeDocument/2006/relationships/tags" Target="../tags/tag592.xml"/><Relationship Id="rId4" Type="http://schemas.openxmlformats.org/officeDocument/2006/relationships/tags" Target="../tags/tag591.xml"/><Relationship Id="rId3" Type="http://schemas.openxmlformats.org/officeDocument/2006/relationships/tags" Target="../tags/tag59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tags" Target="../tags/tag611.xml"/><Relationship Id="rId7" Type="http://schemas.openxmlformats.org/officeDocument/2006/relationships/tags" Target="../tags/tag610.xml"/><Relationship Id="rId6" Type="http://schemas.openxmlformats.org/officeDocument/2006/relationships/tags" Target="../tags/tag609.xml"/><Relationship Id="rId5" Type="http://schemas.openxmlformats.org/officeDocument/2006/relationships/tags" Target="../tags/tag608.xml"/><Relationship Id="rId4" Type="http://schemas.openxmlformats.org/officeDocument/2006/relationships/tags" Target="../tags/tag607.xml"/><Relationship Id="rId3" Type="http://schemas.openxmlformats.org/officeDocument/2006/relationships/image" Target="../media/image1.png"/><Relationship Id="rId2" Type="http://schemas.openxmlformats.org/officeDocument/2006/relationships/tags" Target="../tags/tag606.xml"/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7" Type="http://schemas.openxmlformats.org/officeDocument/2006/relationships/tags" Target="../tags/tag616.xml"/><Relationship Id="rId6" Type="http://schemas.openxmlformats.org/officeDocument/2006/relationships/tags" Target="../tags/tag615.xml"/><Relationship Id="rId5" Type="http://schemas.openxmlformats.org/officeDocument/2006/relationships/tags" Target="../tags/tag614.xml"/><Relationship Id="rId4" Type="http://schemas.openxmlformats.org/officeDocument/2006/relationships/image" Target="../media/image2.png"/><Relationship Id="rId3" Type="http://schemas.openxmlformats.org/officeDocument/2006/relationships/tags" Target="../tags/tag613.xml"/><Relationship Id="rId2" Type="http://schemas.openxmlformats.org/officeDocument/2006/relationships/tags" Target="../tags/tag612.xml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9" Type="http://schemas.openxmlformats.org/officeDocument/2006/relationships/tags" Target="../tags/tag623.xml"/><Relationship Id="rId8" Type="http://schemas.openxmlformats.org/officeDocument/2006/relationships/tags" Target="../tags/tag622.xml"/><Relationship Id="rId7" Type="http://schemas.openxmlformats.org/officeDocument/2006/relationships/tags" Target="../tags/tag621.xml"/><Relationship Id="rId6" Type="http://schemas.openxmlformats.org/officeDocument/2006/relationships/tags" Target="../tags/tag620.xml"/><Relationship Id="rId5" Type="http://schemas.openxmlformats.org/officeDocument/2006/relationships/image" Target="../media/image3.png"/><Relationship Id="rId4" Type="http://schemas.openxmlformats.org/officeDocument/2006/relationships/tags" Target="../tags/tag619.xml"/><Relationship Id="rId3" Type="http://schemas.openxmlformats.org/officeDocument/2006/relationships/tags" Target="../tags/tag618.xml"/><Relationship Id="rId2" Type="http://schemas.openxmlformats.org/officeDocument/2006/relationships/tags" Target="../tags/tag617.xml"/><Relationship Id="rId12" Type="http://schemas.openxmlformats.org/officeDocument/2006/relationships/tags" Target="../tags/tag626.xml"/><Relationship Id="rId11" Type="http://schemas.openxmlformats.org/officeDocument/2006/relationships/tags" Target="../tags/tag625.xml"/><Relationship Id="rId10" Type="http://schemas.openxmlformats.org/officeDocument/2006/relationships/tags" Target="../tags/tag624.xml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7" Type="http://schemas.openxmlformats.org/officeDocument/2006/relationships/tags" Target="../tags/tag632.xml"/><Relationship Id="rId6" Type="http://schemas.openxmlformats.org/officeDocument/2006/relationships/tags" Target="../tags/tag631.xml"/><Relationship Id="rId5" Type="http://schemas.openxmlformats.org/officeDocument/2006/relationships/tags" Target="../tags/tag630.xml"/><Relationship Id="rId4" Type="http://schemas.openxmlformats.org/officeDocument/2006/relationships/tags" Target="../tags/tag629.xml"/><Relationship Id="rId3" Type="http://schemas.openxmlformats.org/officeDocument/2006/relationships/tags" Target="../tags/tag628.xml"/><Relationship Id="rId2" Type="http://schemas.openxmlformats.org/officeDocument/2006/relationships/tags" Target="../tags/tag627.xml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9" Type="http://schemas.openxmlformats.org/officeDocument/2006/relationships/tags" Target="../tags/tag640.xml"/><Relationship Id="rId8" Type="http://schemas.openxmlformats.org/officeDocument/2006/relationships/tags" Target="../tags/tag639.xml"/><Relationship Id="rId7" Type="http://schemas.openxmlformats.org/officeDocument/2006/relationships/tags" Target="../tags/tag638.xml"/><Relationship Id="rId6" Type="http://schemas.openxmlformats.org/officeDocument/2006/relationships/tags" Target="../tags/tag637.xml"/><Relationship Id="rId5" Type="http://schemas.openxmlformats.org/officeDocument/2006/relationships/tags" Target="../tags/tag636.xml"/><Relationship Id="rId4" Type="http://schemas.openxmlformats.org/officeDocument/2006/relationships/tags" Target="../tags/tag635.xml"/><Relationship Id="rId3" Type="http://schemas.openxmlformats.org/officeDocument/2006/relationships/tags" Target="../tags/tag634.xml"/><Relationship Id="rId2" Type="http://schemas.openxmlformats.org/officeDocument/2006/relationships/tags" Target="../tags/tag633.xml"/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5" Type="http://schemas.openxmlformats.org/officeDocument/2006/relationships/tags" Target="../tags/tag644.xml"/><Relationship Id="rId4" Type="http://schemas.openxmlformats.org/officeDocument/2006/relationships/tags" Target="../tags/tag643.xml"/><Relationship Id="rId3" Type="http://schemas.openxmlformats.org/officeDocument/2006/relationships/tags" Target="../tags/tag642.xml"/><Relationship Id="rId2" Type="http://schemas.openxmlformats.org/officeDocument/2006/relationships/tags" Target="../tags/tag641.xml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7" Type="http://schemas.openxmlformats.org/officeDocument/2006/relationships/tags" Target="../tags/tag649.xml"/><Relationship Id="rId6" Type="http://schemas.openxmlformats.org/officeDocument/2006/relationships/tags" Target="../tags/tag648.xml"/><Relationship Id="rId5" Type="http://schemas.openxmlformats.org/officeDocument/2006/relationships/tags" Target="../tags/tag647.xml"/><Relationship Id="rId4" Type="http://schemas.openxmlformats.org/officeDocument/2006/relationships/tags" Target="../tags/tag646.xml"/><Relationship Id="rId3" Type="http://schemas.openxmlformats.org/officeDocument/2006/relationships/image" Target="../media/image3.png"/><Relationship Id="rId2" Type="http://schemas.openxmlformats.org/officeDocument/2006/relationships/tags" Target="../tags/tag645.xml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8" Type="http://schemas.openxmlformats.org/officeDocument/2006/relationships/tags" Target="../tags/tag656.xml"/><Relationship Id="rId7" Type="http://schemas.openxmlformats.org/officeDocument/2006/relationships/tags" Target="../tags/tag655.xml"/><Relationship Id="rId6" Type="http://schemas.openxmlformats.org/officeDocument/2006/relationships/tags" Target="../tags/tag654.xml"/><Relationship Id="rId5" Type="http://schemas.openxmlformats.org/officeDocument/2006/relationships/tags" Target="../tags/tag653.xml"/><Relationship Id="rId4" Type="http://schemas.openxmlformats.org/officeDocument/2006/relationships/tags" Target="../tags/tag652.xml"/><Relationship Id="rId3" Type="http://schemas.openxmlformats.org/officeDocument/2006/relationships/tags" Target="../tags/tag651.xml"/><Relationship Id="rId2" Type="http://schemas.openxmlformats.org/officeDocument/2006/relationships/tags" Target="../tags/tag650.xml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6" Type="http://schemas.openxmlformats.org/officeDocument/2006/relationships/tags" Target="../tags/tag661.xml"/><Relationship Id="rId5" Type="http://schemas.openxmlformats.org/officeDocument/2006/relationships/tags" Target="../tags/tag660.xml"/><Relationship Id="rId4" Type="http://schemas.openxmlformats.org/officeDocument/2006/relationships/tags" Target="../tags/tag659.xml"/><Relationship Id="rId3" Type="http://schemas.openxmlformats.org/officeDocument/2006/relationships/tags" Target="../tags/tag658.xml"/><Relationship Id="rId2" Type="http://schemas.openxmlformats.org/officeDocument/2006/relationships/tags" Target="../tags/tag657.xml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5" Type="http://schemas.openxmlformats.org/officeDocument/2006/relationships/tags" Target="../tags/tag665.xml"/><Relationship Id="rId4" Type="http://schemas.openxmlformats.org/officeDocument/2006/relationships/tags" Target="../tags/tag664.xml"/><Relationship Id="rId3" Type="http://schemas.openxmlformats.org/officeDocument/2006/relationships/tags" Target="../tags/tag663.xml"/><Relationship Id="rId2" Type="http://schemas.openxmlformats.org/officeDocument/2006/relationships/tags" Target="../tags/tag662.xml"/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6" Type="http://schemas.openxmlformats.org/officeDocument/2006/relationships/tags" Target="../tags/tag670.xml"/><Relationship Id="rId5" Type="http://schemas.openxmlformats.org/officeDocument/2006/relationships/tags" Target="../tags/tag669.xml"/><Relationship Id="rId4" Type="http://schemas.openxmlformats.org/officeDocument/2006/relationships/tags" Target="../tags/tag668.xml"/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6" Type="http://schemas.openxmlformats.org/officeDocument/2006/relationships/tags" Target="../tags/tag674.xml"/><Relationship Id="rId5" Type="http://schemas.openxmlformats.org/officeDocument/2006/relationships/tags" Target="../tags/tag673.xml"/><Relationship Id="rId4" Type="http://schemas.openxmlformats.org/officeDocument/2006/relationships/tags" Target="../tags/tag672.xml"/><Relationship Id="rId3" Type="http://schemas.openxmlformats.org/officeDocument/2006/relationships/tags" Target="../tags/tag67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8" Type="http://schemas.openxmlformats.org/officeDocument/2006/relationships/tags" Target="../tags/tag680.xml"/><Relationship Id="rId7" Type="http://schemas.openxmlformats.org/officeDocument/2006/relationships/tags" Target="../tags/tag679.xml"/><Relationship Id="rId6" Type="http://schemas.openxmlformats.org/officeDocument/2006/relationships/tags" Target="../tags/tag678.xml"/><Relationship Id="rId5" Type="http://schemas.openxmlformats.org/officeDocument/2006/relationships/tags" Target="../tags/tag677.xml"/><Relationship Id="rId4" Type="http://schemas.openxmlformats.org/officeDocument/2006/relationships/tags" Target="../tags/tag676.xml"/><Relationship Id="rId3" Type="http://schemas.openxmlformats.org/officeDocument/2006/relationships/tags" Target="../tags/tag67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9" Type="http://schemas.openxmlformats.org/officeDocument/2006/relationships/tags" Target="../tags/tag687.xml"/><Relationship Id="rId8" Type="http://schemas.openxmlformats.org/officeDocument/2006/relationships/tags" Target="../tags/tag686.xml"/><Relationship Id="rId7" Type="http://schemas.openxmlformats.org/officeDocument/2006/relationships/tags" Target="../tags/tag685.xml"/><Relationship Id="rId6" Type="http://schemas.openxmlformats.org/officeDocument/2006/relationships/tags" Target="../tags/tag684.xml"/><Relationship Id="rId5" Type="http://schemas.openxmlformats.org/officeDocument/2006/relationships/tags" Target="../tags/tag683.xml"/><Relationship Id="rId4" Type="http://schemas.openxmlformats.org/officeDocument/2006/relationships/tags" Target="../tags/tag682.xml"/><Relationship Id="rId3" Type="http://schemas.openxmlformats.org/officeDocument/2006/relationships/tags" Target="../tags/tag68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9" Type="http://schemas.openxmlformats.org/officeDocument/2006/relationships/tags" Target="../tags/tag694.xml"/><Relationship Id="rId8" Type="http://schemas.openxmlformats.org/officeDocument/2006/relationships/tags" Target="../tags/tag693.xml"/><Relationship Id="rId7" Type="http://schemas.openxmlformats.org/officeDocument/2006/relationships/tags" Target="../tags/tag692.xml"/><Relationship Id="rId6" Type="http://schemas.openxmlformats.org/officeDocument/2006/relationships/tags" Target="../tags/tag691.xml"/><Relationship Id="rId5" Type="http://schemas.openxmlformats.org/officeDocument/2006/relationships/tags" Target="../tags/tag690.xml"/><Relationship Id="rId4" Type="http://schemas.openxmlformats.org/officeDocument/2006/relationships/tags" Target="../tags/tag689.xml"/><Relationship Id="rId3" Type="http://schemas.openxmlformats.org/officeDocument/2006/relationships/tags" Target="../tags/tag68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9" Type="http://schemas.openxmlformats.org/officeDocument/2006/relationships/tags" Target="../tags/tag701.xml"/><Relationship Id="rId8" Type="http://schemas.openxmlformats.org/officeDocument/2006/relationships/tags" Target="../tags/tag700.xml"/><Relationship Id="rId7" Type="http://schemas.openxmlformats.org/officeDocument/2006/relationships/tags" Target="../tags/tag699.xml"/><Relationship Id="rId6" Type="http://schemas.openxmlformats.org/officeDocument/2006/relationships/tags" Target="../tags/tag698.xml"/><Relationship Id="rId5" Type="http://schemas.openxmlformats.org/officeDocument/2006/relationships/tags" Target="../tags/tag697.xml"/><Relationship Id="rId4" Type="http://schemas.openxmlformats.org/officeDocument/2006/relationships/tags" Target="../tags/tag696.xml"/><Relationship Id="rId3" Type="http://schemas.openxmlformats.org/officeDocument/2006/relationships/tags" Target="../tags/tag69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9" Type="http://schemas.openxmlformats.org/officeDocument/2006/relationships/tags" Target="../tags/tag708.xml"/><Relationship Id="rId8" Type="http://schemas.openxmlformats.org/officeDocument/2006/relationships/tags" Target="../tags/tag707.xml"/><Relationship Id="rId7" Type="http://schemas.openxmlformats.org/officeDocument/2006/relationships/tags" Target="../tags/tag706.xml"/><Relationship Id="rId6" Type="http://schemas.openxmlformats.org/officeDocument/2006/relationships/tags" Target="../tags/tag705.xml"/><Relationship Id="rId5" Type="http://schemas.openxmlformats.org/officeDocument/2006/relationships/tags" Target="../tags/tag704.xml"/><Relationship Id="rId4" Type="http://schemas.openxmlformats.org/officeDocument/2006/relationships/tags" Target="../tags/tag703.xml"/><Relationship Id="rId3" Type="http://schemas.openxmlformats.org/officeDocument/2006/relationships/tags" Target="../tags/tag702.xml"/><Relationship Id="rId2" Type="http://schemas.openxmlformats.org/officeDocument/2006/relationships/image" Target="../media/image4.png"/><Relationship Id="rId11" Type="http://schemas.openxmlformats.org/officeDocument/2006/relationships/tags" Target="../tags/tag710.xml"/><Relationship Id="rId10" Type="http://schemas.openxmlformats.org/officeDocument/2006/relationships/tags" Target="../tags/tag709.xml"/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8" Type="http://schemas.openxmlformats.org/officeDocument/2006/relationships/tags" Target="../tags/tag716.xml"/><Relationship Id="rId7" Type="http://schemas.openxmlformats.org/officeDocument/2006/relationships/tags" Target="../tags/tag715.xml"/><Relationship Id="rId6" Type="http://schemas.openxmlformats.org/officeDocument/2006/relationships/tags" Target="../tags/tag714.xml"/><Relationship Id="rId5" Type="http://schemas.openxmlformats.org/officeDocument/2006/relationships/tags" Target="../tags/tag713.xml"/><Relationship Id="rId4" Type="http://schemas.openxmlformats.org/officeDocument/2006/relationships/tags" Target="../tags/tag712.xml"/><Relationship Id="rId3" Type="http://schemas.openxmlformats.org/officeDocument/2006/relationships/tags" Target="../tags/tag7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8" Type="http://schemas.openxmlformats.org/officeDocument/2006/relationships/tags" Target="../tags/tag732.xml"/><Relationship Id="rId7" Type="http://schemas.openxmlformats.org/officeDocument/2006/relationships/tags" Target="../tags/tag731.xml"/><Relationship Id="rId6" Type="http://schemas.openxmlformats.org/officeDocument/2006/relationships/tags" Target="../tags/tag730.xml"/><Relationship Id="rId5" Type="http://schemas.openxmlformats.org/officeDocument/2006/relationships/tags" Target="../tags/tag729.xml"/><Relationship Id="rId4" Type="http://schemas.openxmlformats.org/officeDocument/2006/relationships/tags" Target="../tags/tag728.xml"/><Relationship Id="rId3" Type="http://schemas.openxmlformats.org/officeDocument/2006/relationships/image" Target="../media/image1.png"/><Relationship Id="rId2" Type="http://schemas.openxmlformats.org/officeDocument/2006/relationships/tags" Target="../tags/tag727.xml"/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7" Type="http://schemas.openxmlformats.org/officeDocument/2006/relationships/tags" Target="../tags/tag737.xml"/><Relationship Id="rId6" Type="http://schemas.openxmlformats.org/officeDocument/2006/relationships/tags" Target="../tags/tag736.xml"/><Relationship Id="rId5" Type="http://schemas.openxmlformats.org/officeDocument/2006/relationships/tags" Target="../tags/tag735.xml"/><Relationship Id="rId4" Type="http://schemas.openxmlformats.org/officeDocument/2006/relationships/image" Target="../media/image2.png"/><Relationship Id="rId3" Type="http://schemas.openxmlformats.org/officeDocument/2006/relationships/tags" Target="../tags/tag734.xml"/><Relationship Id="rId2" Type="http://schemas.openxmlformats.org/officeDocument/2006/relationships/tags" Target="../tags/tag733.xml"/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9" Type="http://schemas.openxmlformats.org/officeDocument/2006/relationships/tags" Target="../tags/tag744.xml"/><Relationship Id="rId8" Type="http://schemas.openxmlformats.org/officeDocument/2006/relationships/tags" Target="../tags/tag743.xml"/><Relationship Id="rId7" Type="http://schemas.openxmlformats.org/officeDocument/2006/relationships/tags" Target="../tags/tag742.xml"/><Relationship Id="rId6" Type="http://schemas.openxmlformats.org/officeDocument/2006/relationships/tags" Target="../tags/tag741.xml"/><Relationship Id="rId5" Type="http://schemas.openxmlformats.org/officeDocument/2006/relationships/image" Target="../media/image3.png"/><Relationship Id="rId4" Type="http://schemas.openxmlformats.org/officeDocument/2006/relationships/tags" Target="../tags/tag740.xml"/><Relationship Id="rId3" Type="http://schemas.openxmlformats.org/officeDocument/2006/relationships/tags" Target="../tags/tag739.xml"/><Relationship Id="rId2" Type="http://schemas.openxmlformats.org/officeDocument/2006/relationships/tags" Target="../tags/tag738.xml"/><Relationship Id="rId12" Type="http://schemas.openxmlformats.org/officeDocument/2006/relationships/tags" Target="../tags/tag747.xml"/><Relationship Id="rId11" Type="http://schemas.openxmlformats.org/officeDocument/2006/relationships/tags" Target="../tags/tag746.xml"/><Relationship Id="rId10" Type="http://schemas.openxmlformats.org/officeDocument/2006/relationships/tags" Target="../tags/tag745.xml"/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7" Type="http://schemas.openxmlformats.org/officeDocument/2006/relationships/tags" Target="../tags/tag753.xml"/><Relationship Id="rId6" Type="http://schemas.openxmlformats.org/officeDocument/2006/relationships/tags" Target="../tags/tag752.xml"/><Relationship Id="rId5" Type="http://schemas.openxmlformats.org/officeDocument/2006/relationships/tags" Target="../tags/tag751.xml"/><Relationship Id="rId4" Type="http://schemas.openxmlformats.org/officeDocument/2006/relationships/tags" Target="../tags/tag750.xml"/><Relationship Id="rId3" Type="http://schemas.openxmlformats.org/officeDocument/2006/relationships/tags" Target="../tags/tag749.xml"/><Relationship Id="rId2" Type="http://schemas.openxmlformats.org/officeDocument/2006/relationships/tags" Target="../tags/tag748.xml"/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9" Type="http://schemas.openxmlformats.org/officeDocument/2006/relationships/tags" Target="../tags/tag761.xml"/><Relationship Id="rId8" Type="http://schemas.openxmlformats.org/officeDocument/2006/relationships/tags" Target="../tags/tag760.xml"/><Relationship Id="rId7" Type="http://schemas.openxmlformats.org/officeDocument/2006/relationships/tags" Target="../tags/tag759.xml"/><Relationship Id="rId6" Type="http://schemas.openxmlformats.org/officeDocument/2006/relationships/tags" Target="../tags/tag758.xml"/><Relationship Id="rId5" Type="http://schemas.openxmlformats.org/officeDocument/2006/relationships/tags" Target="../tags/tag757.xml"/><Relationship Id="rId4" Type="http://schemas.openxmlformats.org/officeDocument/2006/relationships/tags" Target="../tags/tag756.xml"/><Relationship Id="rId3" Type="http://schemas.openxmlformats.org/officeDocument/2006/relationships/tags" Target="../tags/tag755.xml"/><Relationship Id="rId2" Type="http://schemas.openxmlformats.org/officeDocument/2006/relationships/tags" Target="../tags/tag754.xml"/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5" Type="http://schemas.openxmlformats.org/officeDocument/2006/relationships/tags" Target="../tags/tag765.xml"/><Relationship Id="rId4" Type="http://schemas.openxmlformats.org/officeDocument/2006/relationships/tags" Target="../tags/tag764.xml"/><Relationship Id="rId3" Type="http://schemas.openxmlformats.org/officeDocument/2006/relationships/tags" Target="../tags/tag763.xml"/><Relationship Id="rId2" Type="http://schemas.openxmlformats.org/officeDocument/2006/relationships/tags" Target="../tags/tag762.xml"/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7" Type="http://schemas.openxmlformats.org/officeDocument/2006/relationships/tags" Target="../tags/tag770.xml"/><Relationship Id="rId6" Type="http://schemas.openxmlformats.org/officeDocument/2006/relationships/tags" Target="../tags/tag769.xml"/><Relationship Id="rId5" Type="http://schemas.openxmlformats.org/officeDocument/2006/relationships/tags" Target="../tags/tag768.xml"/><Relationship Id="rId4" Type="http://schemas.openxmlformats.org/officeDocument/2006/relationships/tags" Target="../tags/tag767.xml"/><Relationship Id="rId3" Type="http://schemas.openxmlformats.org/officeDocument/2006/relationships/image" Target="../media/image3.png"/><Relationship Id="rId2" Type="http://schemas.openxmlformats.org/officeDocument/2006/relationships/tags" Target="../tags/tag766.xml"/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8" Type="http://schemas.openxmlformats.org/officeDocument/2006/relationships/tags" Target="../tags/tag777.xml"/><Relationship Id="rId7" Type="http://schemas.openxmlformats.org/officeDocument/2006/relationships/tags" Target="../tags/tag776.xml"/><Relationship Id="rId6" Type="http://schemas.openxmlformats.org/officeDocument/2006/relationships/tags" Target="../tags/tag775.xml"/><Relationship Id="rId5" Type="http://schemas.openxmlformats.org/officeDocument/2006/relationships/tags" Target="../tags/tag774.xml"/><Relationship Id="rId4" Type="http://schemas.openxmlformats.org/officeDocument/2006/relationships/tags" Target="../tags/tag773.xml"/><Relationship Id="rId3" Type="http://schemas.openxmlformats.org/officeDocument/2006/relationships/tags" Target="../tags/tag772.xml"/><Relationship Id="rId2" Type="http://schemas.openxmlformats.org/officeDocument/2006/relationships/tags" Target="../tags/tag771.xml"/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6" Type="http://schemas.openxmlformats.org/officeDocument/2006/relationships/tags" Target="../tags/tag782.xml"/><Relationship Id="rId5" Type="http://schemas.openxmlformats.org/officeDocument/2006/relationships/tags" Target="../tags/tag781.xml"/><Relationship Id="rId4" Type="http://schemas.openxmlformats.org/officeDocument/2006/relationships/tags" Target="../tags/tag780.xml"/><Relationship Id="rId3" Type="http://schemas.openxmlformats.org/officeDocument/2006/relationships/tags" Target="../tags/tag779.xml"/><Relationship Id="rId2" Type="http://schemas.openxmlformats.org/officeDocument/2006/relationships/tags" Target="../tags/tag778.xml"/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5" Type="http://schemas.openxmlformats.org/officeDocument/2006/relationships/tags" Target="../tags/tag786.xml"/><Relationship Id="rId4" Type="http://schemas.openxmlformats.org/officeDocument/2006/relationships/tags" Target="../tags/tag785.xml"/><Relationship Id="rId3" Type="http://schemas.openxmlformats.org/officeDocument/2006/relationships/tags" Target="../tags/tag784.xml"/><Relationship Id="rId2" Type="http://schemas.openxmlformats.org/officeDocument/2006/relationships/tags" Target="../tags/tag783.xml"/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6" Type="http://schemas.openxmlformats.org/officeDocument/2006/relationships/tags" Target="../tags/tag791.xml"/><Relationship Id="rId5" Type="http://schemas.openxmlformats.org/officeDocument/2006/relationships/tags" Target="../tags/tag790.xml"/><Relationship Id="rId4" Type="http://schemas.openxmlformats.org/officeDocument/2006/relationships/tags" Target="../tags/tag789.xml"/><Relationship Id="rId3" Type="http://schemas.openxmlformats.org/officeDocument/2006/relationships/tags" Target="../tags/tag788.xml"/><Relationship Id="rId2" Type="http://schemas.openxmlformats.org/officeDocument/2006/relationships/tags" Target="../tags/tag787.xml"/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6" Type="http://schemas.openxmlformats.org/officeDocument/2006/relationships/tags" Target="../tags/tag795.xml"/><Relationship Id="rId5" Type="http://schemas.openxmlformats.org/officeDocument/2006/relationships/tags" Target="../tags/tag794.xml"/><Relationship Id="rId4" Type="http://schemas.openxmlformats.org/officeDocument/2006/relationships/tags" Target="../tags/tag793.xml"/><Relationship Id="rId3" Type="http://schemas.openxmlformats.org/officeDocument/2006/relationships/tags" Target="../tags/tag79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8" Type="http://schemas.openxmlformats.org/officeDocument/2006/relationships/tags" Target="../tags/tag801.xml"/><Relationship Id="rId7" Type="http://schemas.openxmlformats.org/officeDocument/2006/relationships/tags" Target="../tags/tag800.xml"/><Relationship Id="rId6" Type="http://schemas.openxmlformats.org/officeDocument/2006/relationships/tags" Target="../tags/tag799.xml"/><Relationship Id="rId5" Type="http://schemas.openxmlformats.org/officeDocument/2006/relationships/tags" Target="../tags/tag798.xml"/><Relationship Id="rId4" Type="http://schemas.openxmlformats.org/officeDocument/2006/relationships/tags" Target="../tags/tag797.xml"/><Relationship Id="rId3" Type="http://schemas.openxmlformats.org/officeDocument/2006/relationships/tags" Target="../tags/tag79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9" Type="http://schemas.openxmlformats.org/officeDocument/2006/relationships/tags" Target="../tags/tag808.xml"/><Relationship Id="rId8" Type="http://schemas.openxmlformats.org/officeDocument/2006/relationships/tags" Target="../tags/tag807.xml"/><Relationship Id="rId7" Type="http://schemas.openxmlformats.org/officeDocument/2006/relationships/tags" Target="../tags/tag806.xml"/><Relationship Id="rId6" Type="http://schemas.openxmlformats.org/officeDocument/2006/relationships/tags" Target="../tags/tag805.xml"/><Relationship Id="rId5" Type="http://schemas.openxmlformats.org/officeDocument/2006/relationships/tags" Target="../tags/tag804.xml"/><Relationship Id="rId4" Type="http://schemas.openxmlformats.org/officeDocument/2006/relationships/tags" Target="../tags/tag803.xml"/><Relationship Id="rId3" Type="http://schemas.openxmlformats.org/officeDocument/2006/relationships/tags" Target="../tags/tag80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9" Type="http://schemas.openxmlformats.org/officeDocument/2006/relationships/tags" Target="../tags/tag815.xml"/><Relationship Id="rId8" Type="http://schemas.openxmlformats.org/officeDocument/2006/relationships/tags" Target="../tags/tag814.xml"/><Relationship Id="rId7" Type="http://schemas.openxmlformats.org/officeDocument/2006/relationships/tags" Target="../tags/tag813.xml"/><Relationship Id="rId6" Type="http://schemas.openxmlformats.org/officeDocument/2006/relationships/tags" Target="../tags/tag812.xml"/><Relationship Id="rId5" Type="http://schemas.openxmlformats.org/officeDocument/2006/relationships/tags" Target="../tags/tag811.xml"/><Relationship Id="rId4" Type="http://schemas.openxmlformats.org/officeDocument/2006/relationships/tags" Target="../tags/tag810.xml"/><Relationship Id="rId3" Type="http://schemas.openxmlformats.org/officeDocument/2006/relationships/tags" Target="../tags/tag80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9" Type="http://schemas.openxmlformats.org/officeDocument/2006/relationships/tags" Target="../tags/tag822.xml"/><Relationship Id="rId8" Type="http://schemas.openxmlformats.org/officeDocument/2006/relationships/tags" Target="../tags/tag821.xml"/><Relationship Id="rId7" Type="http://schemas.openxmlformats.org/officeDocument/2006/relationships/tags" Target="../tags/tag820.xml"/><Relationship Id="rId6" Type="http://schemas.openxmlformats.org/officeDocument/2006/relationships/tags" Target="../tags/tag819.xml"/><Relationship Id="rId5" Type="http://schemas.openxmlformats.org/officeDocument/2006/relationships/tags" Target="../tags/tag818.xml"/><Relationship Id="rId4" Type="http://schemas.openxmlformats.org/officeDocument/2006/relationships/tags" Target="../tags/tag817.xml"/><Relationship Id="rId3" Type="http://schemas.openxmlformats.org/officeDocument/2006/relationships/tags" Target="../tags/tag8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9" Type="http://schemas.openxmlformats.org/officeDocument/2006/relationships/tags" Target="../tags/tag829.xml"/><Relationship Id="rId8" Type="http://schemas.openxmlformats.org/officeDocument/2006/relationships/tags" Target="../tags/tag828.xml"/><Relationship Id="rId7" Type="http://schemas.openxmlformats.org/officeDocument/2006/relationships/tags" Target="../tags/tag827.xml"/><Relationship Id="rId6" Type="http://schemas.openxmlformats.org/officeDocument/2006/relationships/tags" Target="../tags/tag826.xml"/><Relationship Id="rId5" Type="http://schemas.openxmlformats.org/officeDocument/2006/relationships/tags" Target="../tags/tag825.xml"/><Relationship Id="rId4" Type="http://schemas.openxmlformats.org/officeDocument/2006/relationships/tags" Target="../tags/tag824.xml"/><Relationship Id="rId3" Type="http://schemas.openxmlformats.org/officeDocument/2006/relationships/tags" Target="../tags/tag823.xml"/><Relationship Id="rId2" Type="http://schemas.openxmlformats.org/officeDocument/2006/relationships/image" Target="../media/image4.png"/><Relationship Id="rId11" Type="http://schemas.openxmlformats.org/officeDocument/2006/relationships/tags" Target="../tags/tag831.xml"/><Relationship Id="rId10" Type="http://schemas.openxmlformats.org/officeDocument/2006/relationships/tags" Target="../tags/tag830.xml"/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8" Type="http://schemas.openxmlformats.org/officeDocument/2006/relationships/tags" Target="../tags/tag837.xml"/><Relationship Id="rId7" Type="http://schemas.openxmlformats.org/officeDocument/2006/relationships/tags" Target="../tags/tag836.xml"/><Relationship Id="rId6" Type="http://schemas.openxmlformats.org/officeDocument/2006/relationships/tags" Target="../tags/tag835.xml"/><Relationship Id="rId5" Type="http://schemas.openxmlformats.org/officeDocument/2006/relationships/tags" Target="../tags/tag834.xml"/><Relationship Id="rId4" Type="http://schemas.openxmlformats.org/officeDocument/2006/relationships/tags" Target="../tags/tag833.xml"/><Relationship Id="rId3" Type="http://schemas.openxmlformats.org/officeDocument/2006/relationships/tags" Target="../tags/tag83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8" Type="http://schemas.openxmlformats.org/officeDocument/2006/relationships/tags" Target="../tags/tag853.xml"/><Relationship Id="rId7" Type="http://schemas.openxmlformats.org/officeDocument/2006/relationships/tags" Target="../tags/tag852.xml"/><Relationship Id="rId6" Type="http://schemas.openxmlformats.org/officeDocument/2006/relationships/tags" Target="../tags/tag851.xml"/><Relationship Id="rId5" Type="http://schemas.openxmlformats.org/officeDocument/2006/relationships/tags" Target="../tags/tag850.xml"/><Relationship Id="rId4" Type="http://schemas.openxmlformats.org/officeDocument/2006/relationships/tags" Target="../tags/tag849.xml"/><Relationship Id="rId3" Type="http://schemas.openxmlformats.org/officeDocument/2006/relationships/image" Target="../media/image1.png"/><Relationship Id="rId2" Type="http://schemas.openxmlformats.org/officeDocument/2006/relationships/tags" Target="../tags/tag848.xml"/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7" Type="http://schemas.openxmlformats.org/officeDocument/2006/relationships/tags" Target="../tags/tag858.xml"/><Relationship Id="rId6" Type="http://schemas.openxmlformats.org/officeDocument/2006/relationships/tags" Target="../tags/tag857.xml"/><Relationship Id="rId5" Type="http://schemas.openxmlformats.org/officeDocument/2006/relationships/tags" Target="../tags/tag856.xml"/><Relationship Id="rId4" Type="http://schemas.openxmlformats.org/officeDocument/2006/relationships/image" Target="../media/image2.png"/><Relationship Id="rId3" Type="http://schemas.openxmlformats.org/officeDocument/2006/relationships/tags" Target="../tags/tag855.xml"/><Relationship Id="rId2" Type="http://schemas.openxmlformats.org/officeDocument/2006/relationships/tags" Target="../tags/tag854.xml"/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9" Type="http://schemas.openxmlformats.org/officeDocument/2006/relationships/tags" Target="../tags/tag865.xml"/><Relationship Id="rId8" Type="http://schemas.openxmlformats.org/officeDocument/2006/relationships/tags" Target="../tags/tag864.xml"/><Relationship Id="rId7" Type="http://schemas.openxmlformats.org/officeDocument/2006/relationships/tags" Target="../tags/tag863.xml"/><Relationship Id="rId6" Type="http://schemas.openxmlformats.org/officeDocument/2006/relationships/tags" Target="../tags/tag862.xml"/><Relationship Id="rId5" Type="http://schemas.openxmlformats.org/officeDocument/2006/relationships/image" Target="../media/image3.png"/><Relationship Id="rId4" Type="http://schemas.openxmlformats.org/officeDocument/2006/relationships/tags" Target="../tags/tag861.xml"/><Relationship Id="rId3" Type="http://schemas.openxmlformats.org/officeDocument/2006/relationships/tags" Target="../tags/tag860.xml"/><Relationship Id="rId2" Type="http://schemas.openxmlformats.org/officeDocument/2006/relationships/tags" Target="../tags/tag859.xml"/><Relationship Id="rId12" Type="http://schemas.openxmlformats.org/officeDocument/2006/relationships/tags" Target="../tags/tag868.xml"/><Relationship Id="rId11" Type="http://schemas.openxmlformats.org/officeDocument/2006/relationships/tags" Target="../tags/tag867.xml"/><Relationship Id="rId10" Type="http://schemas.openxmlformats.org/officeDocument/2006/relationships/tags" Target="../tags/tag866.xml"/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7" Type="http://schemas.openxmlformats.org/officeDocument/2006/relationships/tags" Target="../tags/tag874.xml"/><Relationship Id="rId6" Type="http://schemas.openxmlformats.org/officeDocument/2006/relationships/tags" Target="../tags/tag873.xml"/><Relationship Id="rId5" Type="http://schemas.openxmlformats.org/officeDocument/2006/relationships/tags" Target="../tags/tag872.xml"/><Relationship Id="rId4" Type="http://schemas.openxmlformats.org/officeDocument/2006/relationships/tags" Target="../tags/tag871.xml"/><Relationship Id="rId3" Type="http://schemas.openxmlformats.org/officeDocument/2006/relationships/tags" Target="../tags/tag870.xml"/><Relationship Id="rId2" Type="http://schemas.openxmlformats.org/officeDocument/2006/relationships/tags" Target="../tags/tag869.xml"/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9" Type="http://schemas.openxmlformats.org/officeDocument/2006/relationships/tags" Target="../tags/tag882.xml"/><Relationship Id="rId8" Type="http://schemas.openxmlformats.org/officeDocument/2006/relationships/tags" Target="../tags/tag881.xml"/><Relationship Id="rId7" Type="http://schemas.openxmlformats.org/officeDocument/2006/relationships/tags" Target="../tags/tag880.xml"/><Relationship Id="rId6" Type="http://schemas.openxmlformats.org/officeDocument/2006/relationships/tags" Target="../tags/tag879.xml"/><Relationship Id="rId5" Type="http://schemas.openxmlformats.org/officeDocument/2006/relationships/tags" Target="../tags/tag878.xml"/><Relationship Id="rId4" Type="http://schemas.openxmlformats.org/officeDocument/2006/relationships/tags" Target="../tags/tag877.xml"/><Relationship Id="rId3" Type="http://schemas.openxmlformats.org/officeDocument/2006/relationships/tags" Target="../tags/tag876.xml"/><Relationship Id="rId2" Type="http://schemas.openxmlformats.org/officeDocument/2006/relationships/tags" Target="../tags/tag875.xml"/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5" Type="http://schemas.openxmlformats.org/officeDocument/2006/relationships/tags" Target="../tags/tag886.xml"/><Relationship Id="rId4" Type="http://schemas.openxmlformats.org/officeDocument/2006/relationships/tags" Target="../tags/tag885.xml"/><Relationship Id="rId3" Type="http://schemas.openxmlformats.org/officeDocument/2006/relationships/tags" Target="../tags/tag884.xml"/><Relationship Id="rId2" Type="http://schemas.openxmlformats.org/officeDocument/2006/relationships/tags" Target="../tags/tag883.xml"/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7" Type="http://schemas.openxmlformats.org/officeDocument/2006/relationships/tags" Target="../tags/tag891.xml"/><Relationship Id="rId6" Type="http://schemas.openxmlformats.org/officeDocument/2006/relationships/tags" Target="../tags/tag890.xml"/><Relationship Id="rId5" Type="http://schemas.openxmlformats.org/officeDocument/2006/relationships/tags" Target="../tags/tag889.xml"/><Relationship Id="rId4" Type="http://schemas.openxmlformats.org/officeDocument/2006/relationships/tags" Target="../tags/tag888.xml"/><Relationship Id="rId3" Type="http://schemas.openxmlformats.org/officeDocument/2006/relationships/image" Target="../media/image3.png"/><Relationship Id="rId2" Type="http://schemas.openxmlformats.org/officeDocument/2006/relationships/tags" Target="../tags/tag887.xml"/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8" Type="http://schemas.openxmlformats.org/officeDocument/2006/relationships/tags" Target="../tags/tag898.xml"/><Relationship Id="rId7" Type="http://schemas.openxmlformats.org/officeDocument/2006/relationships/tags" Target="../tags/tag897.xml"/><Relationship Id="rId6" Type="http://schemas.openxmlformats.org/officeDocument/2006/relationships/tags" Target="../tags/tag896.xml"/><Relationship Id="rId5" Type="http://schemas.openxmlformats.org/officeDocument/2006/relationships/tags" Target="../tags/tag895.xml"/><Relationship Id="rId4" Type="http://schemas.openxmlformats.org/officeDocument/2006/relationships/tags" Target="../tags/tag894.xml"/><Relationship Id="rId3" Type="http://schemas.openxmlformats.org/officeDocument/2006/relationships/tags" Target="../tags/tag893.xml"/><Relationship Id="rId2" Type="http://schemas.openxmlformats.org/officeDocument/2006/relationships/tags" Target="../tags/tag892.xml"/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6" Type="http://schemas.openxmlformats.org/officeDocument/2006/relationships/tags" Target="../tags/tag903.xml"/><Relationship Id="rId5" Type="http://schemas.openxmlformats.org/officeDocument/2006/relationships/tags" Target="../tags/tag902.xml"/><Relationship Id="rId4" Type="http://schemas.openxmlformats.org/officeDocument/2006/relationships/tags" Target="../tags/tag901.xml"/><Relationship Id="rId3" Type="http://schemas.openxmlformats.org/officeDocument/2006/relationships/tags" Target="../tags/tag900.xml"/><Relationship Id="rId2" Type="http://schemas.openxmlformats.org/officeDocument/2006/relationships/tags" Target="../tags/tag899.xml"/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5" Type="http://schemas.openxmlformats.org/officeDocument/2006/relationships/tags" Target="../tags/tag907.xml"/><Relationship Id="rId4" Type="http://schemas.openxmlformats.org/officeDocument/2006/relationships/tags" Target="../tags/tag906.xml"/><Relationship Id="rId3" Type="http://schemas.openxmlformats.org/officeDocument/2006/relationships/tags" Target="../tags/tag905.xml"/><Relationship Id="rId2" Type="http://schemas.openxmlformats.org/officeDocument/2006/relationships/tags" Target="../tags/tag904.xml"/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6" Type="http://schemas.openxmlformats.org/officeDocument/2006/relationships/tags" Target="../tags/tag912.xml"/><Relationship Id="rId5" Type="http://schemas.openxmlformats.org/officeDocument/2006/relationships/tags" Target="../tags/tag911.xml"/><Relationship Id="rId4" Type="http://schemas.openxmlformats.org/officeDocument/2006/relationships/tags" Target="../tags/tag910.xml"/><Relationship Id="rId3" Type="http://schemas.openxmlformats.org/officeDocument/2006/relationships/tags" Target="../tags/tag909.xml"/><Relationship Id="rId2" Type="http://schemas.openxmlformats.org/officeDocument/2006/relationships/tags" Target="../tags/tag908.xml"/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6" Type="http://schemas.openxmlformats.org/officeDocument/2006/relationships/tags" Target="../tags/tag916.xml"/><Relationship Id="rId5" Type="http://schemas.openxmlformats.org/officeDocument/2006/relationships/tags" Target="../tags/tag915.xml"/><Relationship Id="rId4" Type="http://schemas.openxmlformats.org/officeDocument/2006/relationships/tags" Target="../tags/tag914.xml"/><Relationship Id="rId3" Type="http://schemas.openxmlformats.org/officeDocument/2006/relationships/tags" Target="../tags/tag91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8" Type="http://schemas.openxmlformats.org/officeDocument/2006/relationships/tags" Target="../tags/tag922.xml"/><Relationship Id="rId7" Type="http://schemas.openxmlformats.org/officeDocument/2006/relationships/tags" Target="../tags/tag921.xml"/><Relationship Id="rId6" Type="http://schemas.openxmlformats.org/officeDocument/2006/relationships/tags" Target="../tags/tag920.xml"/><Relationship Id="rId5" Type="http://schemas.openxmlformats.org/officeDocument/2006/relationships/tags" Target="../tags/tag919.xml"/><Relationship Id="rId4" Type="http://schemas.openxmlformats.org/officeDocument/2006/relationships/tags" Target="../tags/tag918.xml"/><Relationship Id="rId3" Type="http://schemas.openxmlformats.org/officeDocument/2006/relationships/tags" Target="../tags/tag9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9" Type="http://schemas.openxmlformats.org/officeDocument/2006/relationships/tags" Target="../tags/tag929.xml"/><Relationship Id="rId8" Type="http://schemas.openxmlformats.org/officeDocument/2006/relationships/tags" Target="../tags/tag928.xml"/><Relationship Id="rId7" Type="http://schemas.openxmlformats.org/officeDocument/2006/relationships/tags" Target="../tags/tag927.xml"/><Relationship Id="rId6" Type="http://schemas.openxmlformats.org/officeDocument/2006/relationships/tags" Target="../tags/tag926.xml"/><Relationship Id="rId5" Type="http://schemas.openxmlformats.org/officeDocument/2006/relationships/tags" Target="../tags/tag925.xml"/><Relationship Id="rId4" Type="http://schemas.openxmlformats.org/officeDocument/2006/relationships/tags" Target="../tags/tag924.xml"/><Relationship Id="rId3" Type="http://schemas.openxmlformats.org/officeDocument/2006/relationships/tags" Target="../tags/tag92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9" Type="http://schemas.openxmlformats.org/officeDocument/2006/relationships/tags" Target="../tags/tag936.xml"/><Relationship Id="rId8" Type="http://schemas.openxmlformats.org/officeDocument/2006/relationships/tags" Target="../tags/tag935.xml"/><Relationship Id="rId7" Type="http://schemas.openxmlformats.org/officeDocument/2006/relationships/tags" Target="../tags/tag934.xml"/><Relationship Id="rId6" Type="http://schemas.openxmlformats.org/officeDocument/2006/relationships/tags" Target="../tags/tag933.xml"/><Relationship Id="rId5" Type="http://schemas.openxmlformats.org/officeDocument/2006/relationships/tags" Target="../tags/tag932.xml"/><Relationship Id="rId4" Type="http://schemas.openxmlformats.org/officeDocument/2006/relationships/tags" Target="../tags/tag931.xml"/><Relationship Id="rId3" Type="http://schemas.openxmlformats.org/officeDocument/2006/relationships/tags" Target="../tags/tag93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9" Type="http://schemas.openxmlformats.org/officeDocument/2006/relationships/tags" Target="../tags/tag943.xml"/><Relationship Id="rId8" Type="http://schemas.openxmlformats.org/officeDocument/2006/relationships/tags" Target="../tags/tag942.xml"/><Relationship Id="rId7" Type="http://schemas.openxmlformats.org/officeDocument/2006/relationships/tags" Target="../tags/tag941.xml"/><Relationship Id="rId6" Type="http://schemas.openxmlformats.org/officeDocument/2006/relationships/tags" Target="../tags/tag940.xml"/><Relationship Id="rId5" Type="http://schemas.openxmlformats.org/officeDocument/2006/relationships/tags" Target="../tags/tag939.xml"/><Relationship Id="rId4" Type="http://schemas.openxmlformats.org/officeDocument/2006/relationships/tags" Target="../tags/tag938.xml"/><Relationship Id="rId3" Type="http://schemas.openxmlformats.org/officeDocument/2006/relationships/tags" Target="../tags/tag93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9" Type="http://schemas.openxmlformats.org/officeDocument/2006/relationships/tags" Target="../tags/tag950.xml"/><Relationship Id="rId8" Type="http://schemas.openxmlformats.org/officeDocument/2006/relationships/tags" Target="../tags/tag949.xml"/><Relationship Id="rId7" Type="http://schemas.openxmlformats.org/officeDocument/2006/relationships/tags" Target="../tags/tag948.xml"/><Relationship Id="rId6" Type="http://schemas.openxmlformats.org/officeDocument/2006/relationships/tags" Target="../tags/tag947.xml"/><Relationship Id="rId5" Type="http://schemas.openxmlformats.org/officeDocument/2006/relationships/tags" Target="../tags/tag946.xml"/><Relationship Id="rId4" Type="http://schemas.openxmlformats.org/officeDocument/2006/relationships/tags" Target="../tags/tag945.xml"/><Relationship Id="rId3" Type="http://schemas.openxmlformats.org/officeDocument/2006/relationships/tags" Target="../tags/tag944.xml"/><Relationship Id="rId2" Type="http://schemas.openxmlformats.org/officeDocument/2006/relationships/image" Target="../media/image4.png"/><Relationship Id="rId11" Type="http://schemas.openxmlformats.org/officeDocument/2006/relationships/tags" Target="../tags/tag952.xml"/><Relationship Id="rId10" Type="http://schemas.openxmlformats.org/officeDocument/2006/relationships/tags" Target="../tags/tag951.xml"/><Relationship Id="rId1" Type="http://schemas.openxmlformats.org/officeDocument/2006/relationships/slideMaster" Target="../slideMasters/slideMaster9.xml"/></Relationships>
</file>

<file path=ppt/slideLayouts/_rels/slideLayout155.xml.rels><?xml version="1.0" encoding="UTF-8" standalone="yes"?>
<Relationships xmlns="http://schemas.openxmlformats.org/package/2006/relationships"><Relationship Id="rId8" Type="http://schemas.openxmlformats.org/officeDocument/2006/relationships/tags" Target="../tags/tag958.xml"/><Relationship Id="rId7" Type="http://schemas.openxmlformats.org/officeDocument/2006/relationships/tags" Target="../tags/tag957.xml"/><Relationship Id="rId6" Type="http://schemas.openxmlformats.org/officeDocument/2006/relationships/tags" Target="../tags/tag956.xml"/><Relationship Id="rId5" Type="http://schemas.openxmlformats.org/officeDocument/2006/relationships/tags" Target="../tags/tag955.xml"/><Relationship Id="rId4" Type="http://schemas.openxmlformats.org/officeDocument/2006/relationships/tags" Target="../tags/tag954.xml"/><Relationship Id="rId3" Type="http://schemas.openxmlformats.org/officeDocument/2006/relationships/tags" Target="../tags/tag95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56.xml.rels><?xml version="1.0" encoding="UTF-8" standalone="yes"?>
<Relationships xmlns="http://schemas.openxmlformats.org/package/2006/relationships"><Relationship Id="rId8" Type="http://schemas.openxmlformats.org/officeDocument/2006/relationships/tags" Target="../tags/tag974.xml"/><Relationship Id="rId7" Type="http://schemas.openxmlformats.org/officeDocument/2006/relationships/tags" Target="../tags/tag973.xml"/><Relationship Id="rId6" Type="http://schemas.openxmlformats.org/officeDocument/2006/relationships/tags" Target="../tags/tag972.xml"/><Relationship Id="rId5" Type="http://schemas.openxmlformats.org/officeDocument/2006/relationships/tags" Target="../tags/tag971.xml"/><Relationship Id="rId4" Type="http://schemas.openxmlformats.org/officeDocument/2006/relationships/tags" Target="../tags/tag970.xml"/><Relationship Id="rId3" Type="http://schemas.openxmlformats.org/officeDocument/2006/relationships/image" Target="../media/image1.png"/><Relationship Id="rId2" Type="http://schemas.openxmlformats.org/officeDocument/2006/relationships/tags" Target="../tags/tag969.xml"/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7" Type="http://schemas.openxmlformats.org/officeDocument/2006/relationships/tags" Target="../tags/tag979.xml"/><Relationship Id="rId6" Type="http://schemas.openxmlformats.org/officeDocument/2006/relationships/tags" Target="../tags/tag978.xml"/><Relationship Id="rId5" Type="http://schemas.openxmlformats.org/officeDocument/2006/relationships/tags" Target="../tags/tag977.xml"/><Relationship Id="rId4" Type="http://schemas.openxmlformats.org/officeDocument/2006/relationships/image" Target="../media/image2.png"/><Relationship Id="rId3" Type="http://schemas.openxmlformats.org/officeDocument/2006/relationships/tags" Target="../tags/tag976.xml"/><Relationship Id="rId2" Type="http://schemas.openxmlformats.org/officeDocument/2006/relationships/tags" Target="../tags/tag975.xml"/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9" Type="http://schemas.openxmlformats.org/officeDocument/2006/relationships/tags" Target="../tags/tag986.xml"/><Relationship Id="rId8" Type="http://schemas.openxmlformats.org/officeDocument/2006/relationships/tags" Target="../tags/tag985.xml"/><Relationship Id="rId7" Type="http://schemas.openxmlformats.org/officeDocument/2006/relationships/tags" Target="../tags/tag984.xml"/><Relationship Id="rId6" Type="http://schemas.openxmlformats.org/officeDocument/2006/relationships/tags" Target="../tags/tag983.xml"/><Relationship Id="rId5" Type="http://schemas.openxmlformats.org/officeDocument/2006/relationships/image" Target="../media/image3.png"/><Relationship Id="rId4" Type="http://schemas.openxmlformats.org/officeDocument/2006/relationships/tags" Target="../tags/tag982.xml"/><Relationship Id="rId3" Type="http://schemas.openxmlformats.org/officeDocument/2006/relationships/tags" Target="../tags/tag981.xml"/><Relationship Id="rId2" Type="http://schemas.openxmlformats.org/officeDocument/2006/relationships/tags" Target="../tags/tag980.xml"/><Relationship Id="rId12" Type="http://schemas.openxmlformats.org/officeDocument/2006/relationships/tags" Target="../tags/tag989.xml"/><Relationship Id="rId11" Type="http://schemas.openxmlformats.org/officeDocument/2006/relationships/tags" Target="../tags/tag988.xml"/><Relationship Id="rId10" Type="http://schemas.openxmlformats.org/officeDocument/2006/relationships/tags" Target="../tags/tag987.xml"/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7" Type="http://schemas.openxmlformats.org/officeDocument/2006/relationships/tags" Target="../tags/tag995.xml"/><Relationship Id="rId6" Type="http://schemas.openxmlformats.org/officeDocument/2006/relationships/tags" Target="../tags/tag994.xml"/><Relationship Id="rId5" Type="http://schemas.openxmlformats.org/officeDocument/2006/relationships/tags" Target="../tags/tag993.xml"/><Relationship Id="rId4" Type="http://schemas.openxmlformats.org/officeDocument/2006/relationships/tags" Target="../tags/tag992.xml"/><Relationship Id="rId3" Type="http://schemas.openxmlformats.org/officeDocument/2006/relationships/tags" Target="../tags/tag991.xml"/><Relationship Id="rId2" Type="http://schemas.openxmlformats.org/officeDocument/2006/relationships/tags" Target="../tags/tag990.xml"/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9" Type="http://schemas.openxmlformats.org/officeDocument/2006/relationships/tags" Target="../tags/tag1003.xml"/><Relationship Id="rId8" Type="http://schemas.openxmlformats.org/officeDocument/2006/relationships/tags" Target="../tags/tag1002.xml"/><Relationship Id="rId7" Type="http://schemas.openxmlformats.org/officeDocument/2006/relationships/tags" Target="../tags/tag1001.xml"/><Relationship Id="rId6" Type="http://schemas.openxmlformats.org/officeDocument/2006/relationships/tags" Target="../tags/tag1000.xml"/><Relationship Id="rId5" Type="http://schemas.openxmlformats.org/officeDocument/2006/relationships/tags" Target="../tags/tag999.xml"/><Relationship Id="rId4" Type="http://schemas.openxmlformats.org/officeDocument/2006/relationships/tags" Target="../tags/tag998.xml"/><Relationship Id="rId3" Type="http://schemas.openxmlformats.org/officeDocument/2006/relationships/tags" Target="../tags/tag997.xml"/><Relationship Id="rId2" Type="http://schemas.openxmlformats.org/officeDocument/2006/relationships/tags" Target="../tags/tag996.xml"/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5" Type="http://schemas.openxmlformats.org/officeDocument/2006/relationships/tags" Target="../tags/tag1007.xml"/><Relationship Id="rId4" Type="http://schemas.openxmlformats.org/officeDocument/2006/relationships/tags" Target="../tags/tag1006.xml"/><Relationship Id="rId3" Type="http://schemas.openxmlformats.org/officeDocument/2006/relationships/tags" Target="../tags/tag1005.xml"/><Relationship Id="rId2" Type="http://schemas.openxmlformats.org/officeDocument/2006/relationships/tags" Target="../tags/tag1004.xml"/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7" Type="http://schemas.openxmlformats.org/officeDocument/2006/relationships/tags" Target="../tags/tag1012.xml"/><Relationship Id="rId6" Type="http://schemas.openxmlformats.org/officeDocument/2006/relationships/tags" Target="../tags/tag1011.xml"/><Relationship Id="rId5" Type="http://schemas.openxmlformats.org/officeDocument/2006/relationships/tags" Target="../tags/tag1010.xml"/><Relationship Id="rId4" Type="http://schemas.openxmlformats.org/officeDocument/2006/relationships/tags" Target="../tags/tag1009.xml"/><Relationship Id="rId3" Type="http://schemas.openxmlformats.org/officeDocument/2006/relationships/image" Target="../media/image3.png"/><Relationship Id="rId2" Type="http://schemas.openxmlformats.org/officeDocument/2006/relationships/tags" Target="../tags/tag1008.xml"/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8" Type="http://schemas.openxmlformats.org/officeDocument/2006/relationships/tags" Target="../tags/tag1019.xml"/><Relationship Id="rId7" Type="http://schemas.openxmlformats.org/officeDocument/2006/relationships/tags" Target="../tags/tag1018.xml"/><Relationship Id="rId6" Type="http://schemas.openxmlformats.org/officeDocument/2006/relationships/tags" Target="../tags/tag1017.xml"/><Relationship Id="rId5" Type="http://schemas.openxmlformats.org/officeDocument/2006/relationships/tags" Target="../tags/tag1016.xml"/><Relationship Id="rId4" Type="http://schemas.openxmlformats.org/officeDocument/2006/relationships/tags" Target="../tags/tag1015.xml"/><Relationship Id="rId3" Type="http://schemas.openxmlformats.org/officeDocument/2006/relationships/tags" Target="../tags/tag1014.xml"/><Relationship Id="rId2" Type="http://schemas.openxmlformats.org/officeDocument/2006/relationships/tags" Target="../tags/tag1013.xml"/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6" Type="http://schemas.openxmlformats.org/officeDocument/2006/relationships/tags" Target="../tags/tag1024.xml"/><Relationship Id="rId5" Type="http://schemas.openxmlformats.org/officeDocument/2006/relationships/tags" Target="../tags/tag1023.xml"/><Relationship Id="rId4" Type="http://schemas.openxmlformats.org/officeDocument/2006/relationships/tags" Target="../tags/tag1022.xml"/><Relationship Id="rId3" Type="http://schemas.openxmlformats.org/officeDocument/2006/relationships/tags" Target="../tags/tag1021.xml"/><Relationship Id="rId2" Type="http://schemas.openxmlformats.org/officeDocument/2006/relationships/tags" Target="../tags/tag1020.xml"/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5" Type="http://schemas.openxmlformats.org/officeDocument/2006/relationships/tags" Target="../tags/tag1028.xml"/><Relationship Id="rId4" Type="http://schemas.openxmlformats.org/officeDocument/2006/relationships/tags" Target="../tags/tag1027.xml"/><Relationship Id="rId3" Type="http://schemas.openxmlformats.org/officeDocument/2006/relationships/tags" Target="../tags/tag1026.xml"/><Relationship Id="rId2" Type="http://schemas.openxmlformats.org/officeDocument/2006/relationships/tags" Target="../tags/tag1025.xml"/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6" Type="http://schemas.openxmlformats.org/officeDocument/2006/relationships/tags" Target="../tags/tag1033.xml"/><Relationship Id="rId5" Type="http://schemas.openxmlformats.org/officeDocument/2006/relationships/tags" Target="../tags/tag1032.xml"/><Relationship Id="rId4" Type="http://schemas.openxmlformats.org/officeDocument/2006/relationships/tags" Target="../tags/tag1031.xml"/><Relationship Id="rId3" Type="http://schemas.openxmlformats.org/officeDocument/2006/relationships/tags" Target="../tags/tag1030.xml"/><Relationship Id="rId2" Type="http://schemas.openxmlformats.org/officeDocument/2006/relationships/tags" Target="../tags/tag1029.xml"/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6" Type="http://schemas.openxmlformats.org/officeDocument/2006/relationships/tags" Target="../tags/tag1037.xml"/><Relationship Id="rId5" Type="http://schemas.openxmlformats.org/officeDocument/2006/relationships/tags" Target="../tags/tag1036.xml"/><Relationship Id="rId4" Type="http://schemas.openxmlformats.org/officeDocument/2006/relationships/tags" Target="../tags/tag1035.xml"/><Relationship Id="rId3" Type="http://schemas.openxmlformats.org/officeDocument/2006/relationships/tags" Target="../tags/tag103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8" Type="http://schemas.openxmlformats.org/officeDocument/2006/relationships/tags" Target="../tags/tag1043.xml"/><Relationship Id="rId7" Type="http://schemas.openxmlformats.org/officeDocument/2006/relationships/tags" Target="../tags/tag1042.xml"/><Relationship Id="rId6" Type="http://schemas.openxmlformats.org/officeDocument/2006/relationships/tags" Target="../tags/tag1041.xml"/><Relationship Id="rId5" Type="http://schemas.openxmlformats.org/officeDocument/2006/relationships/tags" Target="../tags/tag1040.xml"/><Relationship Id="rId4" Type="http://schemas.openxmlformats.org/officeDocument/2006/relationships/tags" Target="../tags/tag1039.xml"/><Relationship Id="rId3" Type="http://schemas.openxmlformats.org/officeDocument/2006/relationships/tags" Target="../tags/tag103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9" Type="http://schemas.openxmlformats.org/officeDocument/2006/relationships/tags" Target="../tags/tag1050.xml"/><Relationship Id="rId8" Type="http://schemas.openxmlformats.org/officeDocument/2006/relationships/tags" Target="../tags/tag1049.xml"/><Relationship Id="rId7" Type="http://schemas.openxmlformats.org/officeDocument/2006/relationships/tags" Target="../tags/tag1048.xml"/><Relationship Id="rId6" Type="http://schemas.openxmlformats.org/officeDocument/2006/relationships/tags" Target="../tags/tag1047.xml"/><Relationship Id="rId5" Type="http://schemas.openxmlformats.org/officeDocument/2006/relationships/tags" Target="../tags/tag1046.xml"/><Relationship Id="rId4" Type="http://schemas.openxmlformats.org/officeDocument/2006/relationships/tags" Target="../tags/tag1045.xml"/><Relationship Id="rId3" Type="http://schemas.openxmlformats.org/officeDocument/2006/relationships/tags" Target="../tags/tag104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9" Type="http://schemas.openxmlformats.org/officeDocument/2006/relationships/tags" Target="../tags/tag1057.xml"/><Relationship Id="rId8" Type="http://schemas.openxmlformats.org/officeDocument/2006/relationships/tags" Target="../tags/tag1056.xml"/><Relationship Id="rId7" Type="http://schemas.openxmlformats.org/officeDocument/2006/relationships/tags" Target="../tags/tag1055.xml"/><Relationship Id="rId6" Type="http://schemas.openxmlformats.org/officeDocument/2006/relationships/tags" Target="../tags/tag1054.xml"/><Relationship Id="rId5" Type="http://schemas.openxmlformats.org/officeDocument/2006/relationships/tags" Target="../tags/tag1053.xml"/><Relationship Id="rId4" Type="http://schemas.openxmlformats.org/officeDocument/2006/relationships/tags" Target="../tags/tag1052.xml"/><Relationship Id="rId3" Type="http://schemas.openxmlformats.org/officeDocument/2006/relationships/tags" Target="../tags/tag105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9" Type="http://schemas.openxmlformats.org/officeDocument/2006/relationships/tags" Target="../tags/tag1064.xml"/><Relationship Id="rId8" Type="http://schemas.openxmlformats.org/officeDocument/2006/relationships/tags" Target="../tags/tag1063.xml"/><Relationship Id="rId7" Type="http://schemas.openxmlformats.org/officeDocument/2006/relationships/tags" Target="../tags/tag1062.xml"/><Relationship Id="rId6" Type="http://schemas.openxmlformats.org/officeDocument/2006/relationships/tags" Target="../tags/tag1061.xml"/><Relationship Id="rId5" Type="http://schemas.openxmlformats.org/officeDocument/2006/relationships/tags" Target="../tags/tag1060.xml"/><Relationship Id="rId4" Type="http://schemas.openxmlformats.org/officeDocument/2006/relationships/tags" Target="../tags/tag1059.xml"/><Relationship Id="rId3" Type="http://schemas.openxmlformats.org/officeDocument/2006/relationships/tags" Target="../tags/tag105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72.xml.rels><?xml version="1.0" encoding="UTF-8" standalone="yes"?>
<Relationships xmlns="http://schemas.openxmlformats.org/package/2006/relationships"><Relationship Id="rId9" Type="http://schemas.openxmlformats.org/officeDocument/2006/relationships/tags" Target="../tags/tag1071.xml"/><Relationship Id="rId8" Type="http://schemas.openxmlformats.org/officeDocument/2006/relationships/tags" Target="../tags/tag1070.xml"/><Relationship Id="rId7" Type="http://schemas.openxmlformats.org/officeDocument/2006/relationships/tags" Target="../tags/tag1069.xml"/><Relationship Id="rId6" Type="http://schemas.openxmlformats.org/officeDocument/2006/relationships/tags" Target="../tags/tag1068.xml"/><Relationship Id="rId5" Type="http://schemas.openxmlformats.org/officeDocument/2006/relationships/tags" Target="../tags/tag1067.xml"/><Relationship Id="rId4" Type="http://schemas.openxmlformats.org/officeDocument/2006/relationships/tags" Target="../tags/tag1066.xml"/><Relationship Id="rId3" Type="http://schemas.openxmlformats.org/officeDocument/2006/relationships/tags" Target="../tags/tag1065.xml"/><Relationship Id="rId2" Type="http://schemas.openxmlformats.org/officeDocument/2006/relationships/image" Target="../media/image4.png"/><Relationship Id="rId11" Type="http://schemas.openxmlformats.org/officeDocument/2006/relationships/tags" Target="../tags/tag1073.xml"/><Relationship Id="rId10" Type="http://schemas.openxmlformats.org/officeDocument/2006/relationships/tags" Target="../tags/tag1072.xml"/><Relationship Id="rId1" Type="http://schemas.openxmlformats.org/officeDocument/2006/relationships/slideMaster" Target="../slideMasters/slideMaster10.xml"/></Relationships>
</file>

<file path=ppt/slideLayouts/_rels/slideLayout173.xml.rels><?xml version="1.0" encoding="UTF-8" standalone="yes"?>
<Relationships xmlns="http://schemas.openxmlformats.org/package/2006/relationships"><Relationship Id="rId8" Type="http://schemas.openxmlformats.org/officeDocument/2006/relationships/tags" Target="../tags/tag1079.xml"/><Relationship Id="rId7" Type="http://schemas.openxmlformats.org/officeDocument/2006/relationships/tags" Target="../tags/tag1078.xml"/><Relationship Id="rId6" Type="http://schemas.openxmlformats.org/officeDocument/2006/relationships/tags" Target="../tags/tag1077.xml"/><Relationship Id="rId5" Type="http://schemas.openxmlformats.org/officeDocument/2006/relationships/tags" Target="../tags/tag1076.xml"/><Relationship Id="rId4" Type="http://schemas.openxmlformats.org/officeDocument/2006/relationships/tags" Target="../tags/tag1075.xml"/><Relationship Id="rId3" Type="http://schemas.openxmlformats.org/officeDocument/2006/relationships/tags" Target="../tags/tag107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1122421"/>
            <a:ext cx="9144900" cy="238772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3602223"/>
            <a:ext cx="9144900" cy="16558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1709826"/>
            <a:ext cx="10516635" cy="285288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4589699"/>
            <a:ext cx="10516635" cy="150026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60" y="1600282"/>
            <a:ext cx="5377201" cy="4526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339" y="1600282"/>
            <a:ext cx="5377201" cy="4526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65144"/>
            <a:ext cx="10516635" cy="132563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91" y="1778530"/>
            <a:ext cx="4874054" cy="82395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5"/>
            </a:lvl4pPr>
            <a:lvl5pPr marL="1371600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91" y="2665516"/>
            <a:ext cx="4874054" cy="35244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54" y="1778530"/>
            <a:ext cx="4898058" cy="82395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5"/>
            </a:lvl4pPr>
            <a:lvl5pPr marL="1371600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54" y="2665516"/>
            <a:ext cx="4898058" cy="35244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24"/>
            <a:ext cx="3932624" cy="160028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987476"/>
            <a:ext cx="6172808" cy="487387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506"/>
            <a:ext cx="3932624" cy="381178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24"/>
            <a:ext cx="4165759" cy="160028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457225"/>
            <a:ext cx="6172808" cy="540412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506"/>
            <a:ext cx="4165759" cy="381178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8700" indent="0">
              <a:buNone/>
              <a:defRPr sz="1055"/>
            </a:lvl4pPr>
            <a:lvl5pPr marL="1371600" indent="0">
              <a:buNone/>
              <a:defRPr sz="1055"/>
            </a:lvl5pPr>
            <a:lvl6pPr marL="1714500" indent="0">
              <a:buNone/>
              <a:defRPr sz="1055"/>
            </a:lvl6pPr>
            <a:lvl7pPr marL="2057400" indent="0">
              <a:buNone/>
              <a:defRPr sz="1055"/>
            </a:lvl7pPr>
            <a:lvl8pPr marL="2400300" indent="0">
              <a:buNone/>
              <a:defRPr sz="1055"/>
            </a:lvl8pPr>
            <a:lvl9pPr marL="2743835" indent="0">
              <a:buNone/>
              <a:defRPr sz="10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70" y="274652"/>
            <a:ext cx="2743470" cy="585182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60" y="274652"/>
            <a:ext cx="8071369" cy="585182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" y="118252"/>
            <a:ext cx="12193199" cy="67401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1449743" y="1220463"/>
            <a:ext cx="9154501" cy="121686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2481844" y="2678537"/>
            <a:ext cx="7095099" cy="102605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76175" y="2577732"/>
            <a:ext cx="8669654" cy="2800944"/>
          </a:xfrm>
        </p:spPr>
        <p:txBody>
          <a:bodyPr>
            <a:normAutofit/>
          </a:bodyPr>
          <a:lstStyle>
            <a:lvl1pPr marL="268605" indent="-268605">
              <a:buSzPct val="100000"/>
              <a:buFontTx/>
              <a:buBlip>
                <a:blip r:embed="rId4"/>
              </a:buBlip>
              <a:defRPr sz="18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-3" y="0"/>
            <a:ext cx="12193203" cy="6858353"/>
            <a:chOff x="-2" y="0"/>
            <a:chExt cx="9144002" cy="68580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-2" y="0"/>
              <a:ext cx="9144002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-2" y="5733256"/>
              <a:ext cx="9144001" cy="112474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283523" y="1832494"/>
            <a:ext cx="7330322" cy="1234864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283523" y="3139362"/>
            <a:ext cx="7330322" cy="46082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939718" y="2504075"/>
            <a:ext cx="1055211" cy="79137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1891202" y="2527827"/>
            <a:ext cx="1010781" cy="758050"/>
          </a:xfrm>
          <a:prstGeom prst="ellipse">
            <a:avLst/>
          </a:pr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891386" y="1868495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1386" y="3783794"/>
            <a:ext cx="8660053" cy="171595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1pPr>
            <a:lvl2pPr>
              <a:defRPr sz="2000">
                <a:solidFill>
                  <a:schemeClr val="tx1">
                    <a:lumMod val="75000"/>
                  </a:schemeClr>
                </a:solidFill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03159" y="118539"/>
            <a:ext cx="9313018" cy="7170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099544" y="1376433"/>
            <a:ext cx="5158295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99544" y="2200387"/>
            <a:ext cx="5158295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432480" y="1376433"/>
            <a:ext cx="5183698" cy="823954"/>
          </a:xfrm>
        </p:spPr>
        <p:txBody>
          <a:bodyPr anchor="b">
            <a:normAutofit/>
          </a:bodyPr>
          <a:lstStyle>
            <a:lvl1pPr marL="0" indent="0">
              <a:buNone/>
              <a:defRPr sz="1355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432480" y="2200387"/>
            <a:ext cx="5183698" cy="3684777"/>
          </a:xfrm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3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16789" y="1184460"/>
            <a:ext cx="3811575" cy="896447"/>
          </a:xfrm>
        </p:spPr>
        <p:txBody>
          <a:bodyPr anchor="t" anchorCtr="0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0" y="914447"/>
            <a:ext cx="7546343" cy="4849449"/>
          </a:xfrm>
        </p:spPr>
        <p:txBody>
          <a:bodyPr anchor="ctr" anchorCtr="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983186" y="2455326"/>
            <a:ext cx="3811575" cy="341657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038367" y="914447"/>
            <a:ext cx="154834" cy="4848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80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72292" y="365144"/>
            <a:ext cx="1182627" cy="58121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14051" y="365144"/>
            <a:ext cx="7934051" cy="5812137"/>
          </a:xfrm>
        </p:spPr>
        <p:txBody>
          <a:bodyPr vert="eaVert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7682" y="408696"/>
            <a:ext cx="10517836" cy="5810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79415" y="2678537"/>
            <a:ext cx="6211812" cy="1015252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3"/>
            </p:custDataLst>
          </p:nvPr>
        </p:nvSpPr>
        <p:spPr bwMode="auto">
          <a:xfrm rot="7086271">
            <a:off x="6987419" y="2446009"/>
            <a:ext cx="1977161" cy="1482801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29" y="304216"/>
            <a:ext cx="11607543" cy="62499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726" y="1249264"/>
            <a:ext cx="9627348" cy="723637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239" y="2163712"/>
            <a:ext cx="9627548" cy="3445377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左右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" y="7"/>
            <a:ext cx="4823935" cy="686660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57" y="770440"/>
            <a:ext cx="3960390" cy="882046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58" y="1764090"/>
            <a:ext cx="3956790" cy="4093411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702" y="769985"/>
            <a:ext cx="6480638" cy="5088198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26641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60" y="781240"/>
            <a:ext cx="10977481" cy="626432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60" y="1659686"/>
            <a:ext cx="10977055" cy="828043"/>
          </a:xfrm>
        </p:spPr>
        <p:txBody>
          <a:bodyPr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835" y="2808144"/>
            <a:ext cx="10966680" cy="3430976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5029467"/>
            <a:ext cx="12193201" cy="182889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60" y="669635"/>
            <a:ext cx="10977481" cy="565229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97" y="1681287"/>
            <a:ext cx="10991882" cy="3211365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58" y="5180667"/>
            <a:ext cx="11002683" cy="10116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91444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57" y="237612"/>
            <a:ext cx="11038687" cy="441987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57" y="1663285"/>
            <a:ext cx="5342926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3015" y="1663285"/>
            <a:ext cx="5368129" cy="2894549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56" y="4817048"/>
            <a:ext cx="5342926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816" y="4813448"/>
            <a:ext cx="5368129" cy="781240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76"/>
            <a:ext cx="12193201" cy="49398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950" y="1339269"/>
            <a:ext cx="9144900" cy="2386923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563" y="3862999"/>
            <a:ext cx="9144900" cy="165608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1" Type="http://schemas.openxmlformats.org/officeDocument/2006/relationships/theme" Target="../theme/theme2.xml"/><Relationship Id="rId30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9" Type="http://schemas.openxmlformats.org/officeDocument/2006/relationships/tags" Target="../tags/tag121.xml"/><Relationship Id="rId28" Type="http://schemas.openxmlformats.org/officeDocument/2006/relationships/tags" Target="../tags/tag120.xml"/><Relationship Id="rId27" Type="http://schemas.openxmlformats.org/officeDocument/2006/relationships/tags" Target="../tags/tag119.xml"/><Relationship Id="rId26" Type="http://schemas.openxmlformats.org/officeDocument/2006/relationships/tags" Target="../tags/tag118.xml"/><Relationship Id="rId25" Type="http://schemas.openxmlformats.org/officeDocument/2006/relationships/tags" Target="../tags/tag117.xml"/><Relationship Id="rId24" Type="http://schemas.openxmlformats.org/officeDocument/2006/relationships/tags" Target="../tags/tag116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12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1" Type="http://schemas.openxmlformats.org/officeDocument/2006/relationships/theme" Target="../theme/theme3.xml"/><Relationship Id="rId30" Type="http://schemas.openxmlformats.org/officeDocument/2006/relationships/image" Target="../media/image5.png"/><Relationship Id="rId3" Type="http://schemas.openxmlformats.org/officeDocument/2006/relationships/slideLayout" Target="../slideLayouts/slideLayout32.xml"/><Relationship Id="rId29" Type="http://schemas.openxmlformats.org/officeDocument/2006/relationships/tags" Target="../tags/tag242.xml"/><Relationship Id="rId28" Type="http://schemas.openxmlformats.org/officeDocument/2006/relationships/tags" Target="../tags/tag241.xml"/><Relationship Id="rId27" Type="http://schemas.openxmlformats.org/officeDocument/2006/relationships/tags" Target="../tags/tag240.xml"/><Relationship Id="rId26" Type="http://schemas.openxmlformats.org/officeDocument/2006/relationships/tags" Target="../tags/tag239.xml"/><Relationship Id="rId25" Type="http://schemas.openxmlformats.org/officeDocument/2006/relationships/tags" Target="../tags/tag238.xml"/><Relationship Id="rId24" Type="http://schemas.openxmlformats.org/officeDocument/2006/relationships/tags" Target="../tags/tag237.xml"/><Relationship Id="rId23" Type="http://schemas.openxmlformats.org/officeDocument/2006/relationships/tags" Target="../tags/tag236.xml"/><Relationship Id="rId22" Type="http://schemas.openxmlformats.org/officeDocument/2006/relationships/tags" Target="../tags/tag235.xml"/><Relationship Id="rId21" Type="http://schemas.openxmlformats.org/officeDocument/2006/relationships/tags" Target="../tags/tag234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233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31" Type="http://schemas.openxmlformats.org/officeDocument/2006/relationships/theme" Target="../theme/theme4.xml"/><Relationship Id="rId30" Type="http://schemas.openxmlformats.org/officeDocument/2006/relationships/image" Target="../media/image5.png"/><Relationship Id="rId3" Type="http://schemas.openxmlformats.org/officeDocument/2006/relationships/slideLayout" Target="../slideLayouts/slideLayout50.xml"/><Relationship Id="rId29" Type="http://schemas.openxmlformats.org/officeDocument/2006/relationships/tags" Target="../tags/tag363.xml"/><Relationship Id="rId28" Type="http://schemas.openxmlformats.org/officeDocument/2006/relationships/tags" Target="../tags/tag362.xml"/><Relationship Id="rId27" Type="http://schemas.openxmlformats.org/officeDocument/2006/relationships/tags" Target="../tags/tag361.xml"/><Relationship Id="rId26" Type="http://schemas.openxmlformats.org/officeDocument/2006/relationships/tags" Target="../tags/tag360.xml"/><Relationship Id="rId25" Type="http://schemas.openxmlformats.org/officeDocument/2006/relationships/tags" Target="../tags/tag359.xml"/><Relationship Id="rId24" Type="http://schemas.openxmlformats.org/officeDocument/2006/relationships/tags" Target="../tags/tag358.xml"/><Relationship Id="rId23" Type="http://schemas.openxmlformats.org/officeDocument/2006/relationships/tags" Target="../tags/tag357.xml"/><Relationship Id="rId22" Type="http://schemas.openxmlformats.org/officeDocument/2006/relationships/tags" Target="../tags/tag356.xml"/><Relationship Id="rId21" Type="http://schemas.openxmlformats.org/officeDocument/2006/relationships/tags" Target="../tags/tag355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49.xml"/><Relationship Id="rId19" Type="http://schemas.openxmlformats.org/officeDocument/2006/relationships/tags" Target="../tags/tag354.xml"/><Relationship Id="rId18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1" Type="http://schemas.openxmlformats.org/officeDocument/2006/relationships/theme" Target="../theme/theme5.xml"/><Relationship Id="rId30" Type="http://schemas.openxmlformats.org/officeDocument/2006/relationships/image" Target="../media/image5.png"/><Relationship Id="rId3" Type="http://schemas.openxmlformats.org/officeDocument/2006/relationships/slideLayout" Target="../slideLayouts/slideLayout68.xml"/><Relationship Id="rId29" Type="http://schemas.openxmlformats.org/officeDocument/2006/relationships/tags" Target="../tags/tag484.xml"/><Relationship Id="rId28" Type="http://schemas.openxmlformats.org/officeDocument/2006/relationships/tags" Target="../tags/tag483.xml"/><Relationship Id="rId27" Type="http://schemas.openxmlformats.org/officeDocument/2006/relationships/tags" Target="../tags/tag482.xml"/><Relationship Id="rId26" Type="http://schemas.openxmlformats.org/officeDocument/2006/relationships/tags" Target="../tags/tag481.xml"/><Relationship Id="rId25" Type="http://schemas.openxmlformats.org/officeDocument/2006/relationships/tags" Target="../tags/tag480.xml"/><Relationship Id="rId24" Type="http://schemas.openxmlformats.org/officeDocument/2006/relationships/tags" Target="../tags/tag479.xml"/><Relationship Id="rId23" Type="http://schemas.openxmlformats.org/officeDocument/2006/relationships/tags" Target="../tags/tag478.xml"/><Relationship Id="rId22" Type="http://schemas.openxmlformats.org/officeDocument/2006/relationships/tags" Target="../tags/tag477.xml"/><Relationship Id="rId21" Type="http://schemas.openxmlformats.org/officeDocument/2006/relationships/tags" Target="../tags/tag476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67.xml"/><Relationship Id="rId19" Type="http://schemas.openxmlformats.org/officeDocument/2006/relationships/tags" Target="../tags/tag475.xml"/><Relationship Id="rId18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0.xml"/><Relationship Id="rId6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Relationship Id="rId31" Type="http://schemas.openxmlformats.org/officeDocument/2006/relationships/theme" Target="../theme/theme6.xml"/><Relationship Id="rId30" Type="http://schemas.openxmlformats.org/officeDocument/2006/relationships/image" Target="../media/image5.png"/><Relationship Id="rId3" Type="http://schemas.openxmlformats.org/officeDocument/2006/relationships/slideLayout" Target="../slideLayouts/slideLayout86.xml"/><Relationship Id="rId29" Type="http://schemas.openxmlformats.org/officeDocument/2006/relationships/tags" Target="../tags/tag605.xml"/><Relationship Id="rId28" Type="http://schemas.openxmlformats.org/officeDocument/2006/relationships/tags" Target="../tags/tag604.xml"/><Relationship Id="rId27" Type="http://schemas.openxmlformats.org/officeDocument/2006/relationships/tags" Target="../tags/tag603.xml"/><Relationship Id="rId26" Type="http://schemas.openxmlformats.org/officeDocument/2006/relationships/tags" Target="../tags/tag602.xml"/><Relationship Id="rId25" Type="http://schemas.openxmlformats.org/officeDocument/2006/relationships/tags" Target="../tags/tag601.xml"/><Relationship Id="rId24" Type="http://schemas.openxmlformats.org/officeDocument/2006/relationships/tags" Target="../tags/tag600.xml"/><Relationship Id="rId23" Type="http://schemas.openxmlformats.org/officeDocument/2006/relationships/tags" Target="../tags/tag599.xml"/><Relationship Id="rId22" Type="http://schemas.openxmlformats.org/officeDocument/2006/relationships/tags" Target="../tags/tag598.xml"/><Relationship Id="rId21" Type="http://schemas.openxmlformats.org/officeDocument/2006/relationships/tags" Target="../tags/tag597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85.xml"/><Relationship Id="rId19" Type="http://schemas.openxmlformats.org/officeDocument/2006/relationships/tags" Target="../tags/tag596.xml"/><Relationship Id="rId18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5.xml"/><Relationship Id="rId31" Type="http://schemas.openxmlformats.org/officeDocument/2006/relationships/theme" Target="../theme/theme7.xml"/><Relationship Id="rId30" Type="http://schemas.openxmlformats.org/officeDocument/2006/relationships/image" Target="../media/image5.png"/><Relationship Id="rId3" Type="http://schemas.openxmlformats.org/officeDocument/2006/relationships/slideLayout" Target="../slideLayouts/slideLayout104.xml"/><Relationship Id="rId29" Type="http://schemas.openxmlformats.org/officeDocument/2006/relationships/tags" Target="../tags/tag726.xml"/><Relationship Id="rId28" Type="http://schemas.openxmlformats.org/officeDocument/2006/relationships/tags" Target="../tags/tag725.xml"/><Relationship Id="rId27" Type="http://schemas.openxmlformats.org/officeDocument/2006/relationships/tags" Target="../tags/tag724.xml"/><Relationship Id="rId26" Type="http://schemas.openxmlformats.org/officeDocument/2006/relationships/tags" Target="../tags/tag723.xml"/><Relationship Id="rId25" Type="http://schemas.openxmlformats.org/officeDocument/2006/relationships/tags" Target="../tags/tag722.xml"/><Relationship Id="rId24" Type="http://schemas.openxmlformats.org/officeDocument/2006/relationships/tags" Target="../tags/tag721.xml"/><Relationship Id="rId23" Type="http://schemas.openxmlformats.org/officeDocument/2006/relationships/tags" Target="../tags/tag720.xml"/><Relationship Id="rId22" Type="http://schemas.openxmlformats.org/officeDocument/2006/relationships/tags" Target="../tags/tag719.xml"/><Relationship Id="rId21" Type="http://schemas.openxmlformats.org/officeDocument/2006/relationships/tags" Target="../tags/tag718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103.xml"/><Relationship Id="rId19" Type="http://schemas.openxmlformats.org/officeDocument/2006/relationships/tags" Target="../tags/tag717.xml"/><Relationship Id="rId1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02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3.xml"/><Relationship Id="rId31" Type="http://schemas.openxmlformats.org/officeDocument/2006/relationships/theme" Target="../theme/theme8.xml"/><Relationship Id="rId30" Type="http://schemas.openxmlformats.org/officeDocument/2006/relationships/image" Target="../media/image5.png"/><Relationship Id="rId3" Type="http://schemas.openxmlformats.org/officeDocument/2006/relationships/slideLayout" Target="../slideLayouts/slideLayout122.xml"/><Relationship Id="rId29" Type="http://schemas.openxmlformats.org/officeDocument/2006/relationships/tags" Target="../tags/tag847.xml"/><Relationship Id="rId28" Type="http://schemas.openxmlformats.org/officeDocument/2006/relationships/tags" Target="../tags/tag846.xml"/><Relationship Id="rId27" Type="http://schemas.openxmlformats.org/officeDocument/2006/relationships/tags" Target="../tags/tag845.xml"/><Relationship Id="rId26" Type="http://schemas.openxmlformats.org/officeDocument/2006/relationships/tags" Target="../tags/tag844.xml"/><Relationship Id="rId25" Type="http://schemas.openxmlformats.org/officeDocument/2006/relationships/tags" Target="../tags/tag843.xml"/><Relationship Id="rId24" Type="http://schemas.openxmlformats.org/officeDocument/2006/relationships/tags" Target="../tags/tag842.xml"/><Relationship Id="rId23" Type="http://schemas.openxmlformats.org/officeDocument/2006/relationships/tags" Target="../tags/tag841.xml"/><Relationship Id="rId22" Type="http://schemas.openxmlformats.org/officeDocument/2006/relationships/tags" Target="../tags/tag840.xml"/><Relationship Id="rId21" Type="http://schemas.openxmlformats.org/officeDocument/2006/relationships/tags" Target="../tags/tag839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121.xml"/><Relationship Id="rId19" Type="http://schemas.openxmlformats.org/officeDocument/2006/relationships/tags" Target="../tags/tag838.xml"/><Relationship Id="rId18" Type="http://schemas.openxmlformats.org/officeDocument/2006/relationships/slideLayout" Target="../slideLayouts/slideLayout137.xml"/><Relationship Id="rId17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0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6.xml"/><Relationship Id="rId8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41.xml"/><Relationship Id="rId31" Type="http://schemas.openxmlformats.org/officeDocument/2006/relationships/theme" Target="../theme/theme9.xml"/><Relationship Id="rId30" Type="http://schemas.openxmlformats.org/officeDocument/2006/relationships/image" Target="../media/image5.png"/><Relationship Id="rId3" Type="http://schemas.openxmlformats.org/officeDocument/2006/relationships/slideLayout" Target="../slideLayouts/slideLayout140.xml"/><Relationship Id="rId29" Type="http://schemas.openxmlformats.org/officeDocument/2006/relationships/tags" Target="../tags/tag968.xml"/><Relationship Id="rId28" Type="http://schemas.openxmlformats.org/officeDocument/2006/relationships/tags" Target="../tags/tag967.xml"/><Relationship Id="rId27" Type="http://schemas.openxmlformats.org/officeDocument/2006/relationships/tags" Target="../tags/tag966.xml"/><Relationship Id="rId26" Type="http://schemas.openxmlformats.org/officeDocument/2006/relationships/tags" Target="../tags/tag965.xml"/><Relationship Id="rId25" Type="http://schemas.openxmlformats.org/officeDocument/2006/relationships/tags" Target="../tags/tag964.xml"/><Relationship Id="rId24" Type="http://schemas.openxmlformats.org/officeDocument/2006/relationships/tags" Target="../tags/tag963.xml"/><Relationship Id="rId23" Type="http://schemas.openxmlformats.org/officeDocument/2006/relationships/tags" Target="../tags/tag962.xml"/><Relationship Id="rId22" Type="http://schemas.openxmlformats.org/officeDocument/2006/relationships/tags" Target="../tags/tag961.xml"/><Relationship Id="rId21" Type="http://schemas.openxmlformats.org/officeDocument/2006/relationships/tags" Target="../tags/tag960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139.xml"/><Relationship Id="rId19" Type="http://schemas.openxmlformats.org/officeDocument/2006/relationships/tags" Target="../tags/tag959.xml"/><Relationship Id="rId18" Type="http://schemas.openxmlformats.org/officeDocument/2006/relationships/slideLayout" Target="../slideLayouts/slideLayout155.xml"/><Relationship Id="rId17" Type="http://schemas.openxmlformats.org/officeDocument/2006/relationships/slideLayout" Target="../slideLayouts/slideLayout154.xml"/><Relationship Id="rId16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52.xml"/><Relationship Id="rId14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38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4.xml"/><Relationship Id="rId8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59.xml"/><Relationship Id="rId31" Type="http://schemas.openxmlformats.org/officeDocument/2006/relationships/theme" Target="../theme/theme10.xml"/><Relationship Id="rId30" Type="http://schemas.openxmlformats.org/officeDocument/2006/relationships/image" Target="../media/image5.png"/><Relationship Id="rId3" Type="http://schemas.openxmlformats.org/officeDocument/2006/relationships/slideLayout" Target="../slideLayouts/slideLayout158.xml"/><Relationship Id="rId29" Type="http://schemas.openxmlformats.org/officeDocument/2006/relationships/tags" Target="../tags/tag1089.xml"/><Relationship Id="rId28" Type="http://schemas.openxmlformats.org/officeDocument/2006/relationships/tags" Target="../tags/tag1088.xml"/><Relationship Id="rId27" Type="http://schemas.openxmlformats.org/officeDocument/2006/relationships/tags" Target="../tags/tag1087.xml"/><Relationship Id="rId26" Type="http://schemas.openxmlformats.org/officeDocument/2006/relationships/tags" Target="../tags/tag1086.xml"/><Relationship Id="rId25" Type="http://schemas.openxmlformats.org/officeDocument/2006/relationships/tags" Target="../tags/tag1085.xml"/><Relationship Id="rId24" Type="http://schemas.openxmlformats.org/officeDocument/2006/relationships/tags" Target="../tags/tag1084.xml"/><Relationship Id="rId23" Type="http://schemas.openxmlformats.org/officeDocument/2006/relationships/tags" Target="../tags/tag1083.xml"/><Relationship Id="rId22" Type="http://schemas.openxmlformats.org/officeDocument/2006/relationships/tags" Target="../tags/tag1082.xml"/><Relationship Id="rId21" Type="http://schemas.openxmlformats.org/officeDocument/2006/relationships/tags" Target="../tags/tag1081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157.xml"/><Relationship Id="rId19" Type="http://schemas.openxmlformats.org/officeDocument/2006/relationships/tags" Target="../tags/tag1080.xml"/><Relationship Id="rId18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2.xml"/><Relationship Id="rId16" Type="http://schemas.openxmlformats.org/officeDocument/2006/relationships/slideLayout" Target="../slideLayouts/slideLayout171.xml"/><Relationship Id="rId15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60" y="274652"/>
            <a:ext cx="10973880" cy="114305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60" y="1600282"/>
            <a:ext cx="10973880" cy="4526196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60" y="6245546"/>
            <a:ext cx="2845080" cy="476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6010" y="6245546"/>
            <a:ext cx="3861180" cy="476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8460" y="6245546"/>
            <a:ext cx="2845080" cy="4762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3585" lvl="1" indent="-286385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5235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2435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8235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9"/>
            </p:custDataLst>
          </p:nvPr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 flipV="1">
            <a:off x="-1" y="5733551"/>
            <a:ext cx="12193202" cy="1124802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0" y="0"/>
            <a:ext cx="12193203" cy="685835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91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85378" y="223530"/>
            <a:ext cx="10857124" cy="6996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85143" y="1105730"/>
            <a:ext cx="10846141" cy="5193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" name="椭圆 12"/>
          <p:cNvSpPr/>
          <p:nvPr>
            <p:custDataLst>
              <p:tags r:id="rId24"/>
            </p:custDataLst>
          </p:nvPr>
        </p:nvSpPr>
        <p:spPr>
          <a:xfrm>
            <a:off x="1" y="425473"/>
            <a:ext cx="335562" cy="504031"/>
          </a:xfrm>
          <a:custGeom>
            <a:avLst/>
            <a:gdLst>
              <a:gd name="connsiteX0" fmla="*/ 0 w 323528"/>
              <a:gd name="connsiteY0" fmla="*/ 0 h 647970"/>
              <a:gd name="connsiteX1" fmla="*/ 323528 w 323528"/>
              <a:gd name="connsiteY1" fmla="*/ 323985 h 647970"/>
              <a:gd name="connsiteX2" fmla="*/ 0 w 323528"/>
              <a:gd name="connsiteY2" fmla="*/ 647970 h 647970"/>
              <a:gd name="connsiteX3" fmla="*/ 117559 w 323528"/>
              <a:gd name="connsiteY3" fmla="*/ 117559 h 647970"/>
              <a:gd name="connsiteX0-1" fmla="*/ 0 w 323528"/>
              <a:gd name="connsiteY0-2" fmla="*/ 0 h 647970"/>
              <a:gd name="connsiteX1-3" fmla="*/ 323528 w 323528"/>
              <a:gd name="connsiteY1-4" fmla="*/ 323985 h 647970"/>
              <a:gd name="connsiteX2-5" fmla="*/ 0 w 323528"/>
              <a:gd name="connsiteY2-6" fmla="*/ 647970 h 647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3528" h="647970">
                <a:moveTo>
                  <a:pt x="0" y="0"/>
                </a:moveTo>
                <a:cubicBezTo>
                  <a:pt x="178727" y="224"/>
                  <a:pt x="323528" y="145194"/>
                  <a:pt x="323528" y="323985"/>
                </a:cubicBezTo>
                <a:cubicBezTo>
                  <a:pt x="323528" y="502776"/>
                  <a:pt x="178727" y="647746"/>
                  <a:pt x="0" y="647970"/>
                </a:cubicBez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3"/>
          <p:cNvSpPr/>
          <p:nvPr>
            <p:custDataLst>
              <p:tags r:id="rId25"/>
            </p:custDataLst>
          </p:nvPr>
        </p:nvSpPr>
        <p:spPr>
          <a:xfrm>
            <a:off x="1" y="454264"/>
            <a:ext cx="269525" cy="474960"/>
          </a:xfrm>
          <a:custGeom>
            <a:avLst/>
            <a:gdLst>
              <a:gd name="connsiteX0" fmla="*/ 0 w 259859"/>
              <a:gd name="connsiteY0" fmla="*/ 0 h 610598"/>
              <a:gd name="connsiteX1" fmla="*/ 259859 w 259859"/>
              <a:gd name="connsiteY1" fmla="*/ 305299 h 610598"/>
              <a:gd name="connsiteX2" fmla="*/ 0 w 259859"/>
              <a:gd name="connsiteY2" fmla="*/ 610598 h 610598"/>
              <a:gd name="connsiteX3" fmla="*/ 117559 w 259859"/>
              <a:gd name="connsiteY3" fmla="*/ 117559 h 610598"/>
              <a:gd name="connsiteX0-1" fmla="*/ 0 w 259859"/>
              <a:gd name="connsiteY0-2" fmla="*/ 0 h 610598"/>
              <a:gd name="connsiteX1-3" fmla="*/ 259859 w 259859"/>
              <a:gd name="connsiteY1-4" fmla="*/ 305299 h 610598"/>
              <a:gd name="connsiteX2-5" fmla="*/ 0 w 259859"/>
              <a:gd name="connsiteY2-6" fmla="*/ 610598 h 6105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9859" h="610598">
                <a:moveTo>
                  <a:pt x="0" y="0"/>
                </a:moveTo>
                <a:cubicBezTo>
                  <a:pt x="147471" y="23225"/>
                  <a:pt x="259859" y="151137"/>
                  <a:pt x="259859" y="305299"/>
                </a:cubicBezTo>
                <a:cubicBezTo>
                  <a:pt x="259859" y="459461"/>
                  <a:pt x="147471" y="587373"/>
                  <a:pt x="0" y="610598"/>
                </a:cubicBezTo>
              </a:path>
            </a:pathLst>
          </a:custGeom>
          <a:noFill/>
          <a:ln w="25400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8580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838283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2F8F-7229-41E4-A995-108249FBCA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998" y="6356677"/>
            <a:ext cx="4115205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611448" y="6356677"/>
            <a:ext cx="2743470" cy="3651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D258C-62D0-4826-9D01-E84830AF5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8605" indent="-268605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rgbClr val="963B22"/>
        </a:buClr>
        <a:buSzPct val="80000"/>
        <a:buFontTx/>
        <a:buBlip>
          <a:blip r:embed="rId30"/>
        </a:buBlip>
        <a:defRPr sz="24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1pPr>
      <a:lvl2pPr marL="535305" indent="-182880" algn="just" defTabSz="685800" rtl="0" eaLnBrk="1" latinLnBrk="0" hangingPunct="1">
        <a:spcBef>
          <a:spcPts val="0"/>
        </a:spcBef>
        <a:spcAft>
          <a:spcPts val="0"/>
        </a:spcAft>
        <a:buClr>
          <a:schemeClr val="tx1">
            <a:lumMod val="50000"/>
          </a:schemeClr>
        </a:buClr>
        <a:buFont typeface="Arial" panose="020B0604020202020204" pitchFamily="34" charset="0"/>
        <a:buChar char="•"/>
        <a:tabLst>
          <a:tab pos="352425" algn="l"/>
        </a:tabLst>
        <a:defRPr sz="2000" kern="1200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+mn-cs"/>
        </a:defRPr>
      </a:lvl2pPr>
      <a:lvl3pPr marL="8572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2001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5430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8859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2085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091.xml"/><Relationship Id="rId2" Type="http://schemas.openxmlformats.org/officeDocument/2006/relationships/image" Target="../media/image6.png"/><Relationship Id="rId1" Type="http://schemas.openxmlformats.org/officeDocument/2006/relationships/tags" Target="../tags/tag109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9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2.xml"/><Relationship Id="rId4" Type="http://schemas.openxmlformats.org/officeDocument/2006/relationships/tags" Target="../tags/tag1095.xml"/><Relationship Id="rId3" Type="http://schemas.openxmlformats.org/officeDocument/2006/relationships/image" Target="../media/image6.png"/><Relationship Id="rId2" Type="http://schemas.openxmlformats.org/officeDocument/2006/relationships/tags" Target="../tags/tag1094.xml"/><Relationship Id="rId1" Type="http://schemas.openxmlformats.org/officeDocument/2006/relationships/tags" Target="../tags/tag109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tags" Target="../tags/tag1096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tags" Target="../tags/tag109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tags" Target="../tags/tag109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5.xml"/><Relationship Id="rId2" Type="http://schemas.openxmlformats.org/officeDocument/2006/relationships/tags" Target="../tags/tag1099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5.xml"/><Relationship Id="rId2" Type="http://schemas.openxmlformats.org/officeDocument/2006/relationships/tags" Target="../tags/tag1100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9.xml"/><Relationship Id="rId2" Type="http://schemas.openxmlformats.org/officeDocument/2006/relationships/tags" Target="../tags/tag110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1.xml"/><Relationship Id="rId2" Type="http://schemas.openxmlformats.org/officeDocument/2006/relationships/tags" Target="../tags/tag110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7.xml"/><Relationship Id="rId2" Type="http://schemas.openxmlformats.org/officeDocument/2006/relationships/tags" Target="../tags/tag1103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7.xml"/><Relationship Id="rId3" Type="http://schemas.openxmlformats.org/officeDocument/2006/relationships/tags" Target="../tags/tag1106.xml"/><Relationship Id="rId2" Type="http://schemas.openxmlformats.org/officeDocument/2006/relationships/tags" Target="../tags/tag1105.xml"/><Relationship Id="rId1" Type="http://schemas.openxmlformats.org/officeDocument/2006/relationships/tags" Target="../tags/tag1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1465" y="1567173"/>
            <a:ext cx="9370880" cy="12168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</a:t>
            </a:r>
            <a:r>
              <a:rPr lang="en-US" altLang="zh-CN" sz="3600" dirty="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3600" dirty="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年度</a:t>
            </a:r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“</a:t>
            </a:r>
            <a:r>
              <a:rPr lang="zh-TW" altLang="en-US" sz="3600" dirty="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新客服节</a:t>
            </a:r>
            <a:r>
              <a:rPr lang="zh-CN" altLang="en-US" sz="3600" dirty="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新客服最佳实践奖</a:t>
            </a:r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”</a:t>
            </a:r>
            <a:endParaRPr lang="zh-CN" altLang="en-US" sz="3600" dirty="0">
              <a:solidFill>
                <a:schemeClr val="dk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撰写指引</a:t>
            </a:r>
            <a:endParaRPr lang="zh-CN" altLang="en-US"/>
          </a:p>
        </p:txBody>
      </p:sp>
      <p:sp>
        <p:nvSpPr>
          <p:cNvPr id="6" name="矩形 1"/>
          <p:cNvSpPr/>
          <p:nvPr/>
        </p:nvSpPr>
        <p:spPr>
          <a:xfrm>
            <a:off x="771525" y="1268730"/>
            <a:ext cx="10650220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+mj-ea"/>
                <a:ea typeface="+mj-ea"/>
              </a:rPr>
              <a:t>此模板应仅用于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202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年度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“</a:t>
            </a:r>
            <a:r>
              <a:rPr lang="zh-TW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新客服节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新客服最佳实践奖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”</a:t>
            </a:r>
            <a:endParaRPr lang="en-US" altLang="zh-CN" sz="18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+mj-ea"/>
                <a:ea typeface="+mj-ea"/>
              </a:rPr>
              <a:t>此模板</a:t>
            </a:r>
            <a:r>
              <a:rPr lang="zh-TW" altLang="en-US" sz="1800" dirty="0">
                <a:latin typeface="+mj-ea"/>
                <a:ea typeface="+mj-ea"/>
              </a:rPr>
              <a:t>内容</a:t>
            </a:r>
            <a:r>
              <a:rPr lang="zh-TW" altLang="en-US" dirty="0">
                <a:latin typeface="+mj-ea"/>
                <a:ea typeface="+mj-ea"/>
              </a:rPr>
              <a:t>依据</a:t>
            </a:r>
            <a:r>
              <a:rPr lang="zh-CN" altLang="en-US" dirty="0">
                <a:latin typeface="+mj-ea"/>
                <a:ea typeface="+mj-ea"/>
                <a:sym typeface="+mn-ea"/>
              </a:rPr>
              <a:t>202</a:t>
            </a:r>
            <a:r>
              <a:rPr lang="en-US" altLang="zh-CN" dirty="0">
                <a:latin typeface="+mj-ea"/>
                <a:ea typeface="+mj-ea"/>
                <a:sym typeface="+mn-ea"/>
              </a:rPr>
              <a:t>6</a:t>
            </a:r>
            <a:r>
              <a:rPr lang="zh-CN" altLang="en-US" dirty="0">
                <a:latin typeface="+mj-ea"/>
                <a:ea typeface="+mj-ea"/>
                <a:sym typeface="+mn-ea"/>
              </a:rPr>
              <a:t>年度</a:t>
            </a:r>
            <a:r>
              <a:rPr lang="en-US" altLang="zh-CN" dirty="0">
                <a:latin typeface="+mj-ea"/>
                <a:ea typeface="+mj-ea"/>
                <a:sym typeface="+mn-ea"/>
              </a:rPr>
              <a:t>“</a:t>
            </a:r>
            <a:r>
              <a:rPr lang="zh-TW" altLang="en-US" dirty="0">
                <a:latin typeface="+mj-ea"/>
                <a:ea typeface="+mj-ea"/>
                <a:sym typeface="+mn-ea"/>
              </a:rPr>
              <a:t>新客服节</a:t>
            </a:r>
            <a:r>
              <a:rPr lang="zh-CN" altLang="en-US" dirty="0">
                <a:latin typeface="+mj-ea"/>
                <a:ea typeface="+mj-ea"/>
                <a:sym typeface="+mn-ea"/>
              </a:rPr>
              <a:t>新客服最佳实践奖</a:t>
            </a:r>
            <a:r>
              <a:rPr lang="en-US" altLang="zh-CN" dirty="0">
                <a:latin typeface="+mj-ea"/>
                <a:ea typeface="+mj-ea"/>
                <a:sym typeface="+mn-ea"/>
              </a:rPr>
              <a:t>”</a:t>
            </a:r>
            <a:r>
              <a:rPr lang="zh-TW" altLang="en-US" dirty="0">
                <a:latin typeface="+mj-ea"/>
                <a:ea typeface="+mj-ea"/>
                <a:sym typeface="+mn-ea"/>
              </a:rPr>
              <a:t>评选办法</a:t>
            </a:r>
            <a:r>
              <a:rPr lang="zh-TW" altLang="en-US" dirty="0">
                <a:latin typeface="+mj-ea"/>
                <a:ea typeface="+mj-ea"/>
              </a:rPr>
              <a:t>所</a:t>
            </a:r>
            <a:r>
              <a:rPr lang="zh-TW" altLang="en-US" sz="1800" dirty="0">
                <a:latin typeface="+mj-ea"/>
                <a:ea typeface="+mj-ea"/>
              </a:rPr>
              <a:t>制订</a:t>
            </a:r>
            <a:endParaRPr lang="en-US" altLang="zh-TW" sz="1800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+mj-ea"/>
                <a:ea typeface="+mj-ea"/>
              </a:rPr>
              <a:t>模板可以</a:t>
            </a:r>
            <a:r>
              <a:rPr lang="zh-TW" altLang="en-US" sz="1800" dirty="0">
                <a:latin typeface="+mj-ea"/>
                <a:ea typeface="+mj-ea"/>
              </a:rPr>
              <a:t>根据贵司的模板样式而修改</a:t>
            </a:r>
            <a:endParaRPr lang="en-US" altLang="zh-CN" sz="1800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ea"/>
                <a:ea typeface="+mj-ea"/>
              </a:rPr>
              <a:t>请</a:t>
            </a:r>
            <a:r>
              <a:rPr lang="zh-CN" altLang="en-US" sz="1800" dirty="0">
                <a:latin typeface="+mj-ea"/>
                <a:ea typeface="+mj-ea"/>
              </a:rPr>
              <a:t>提供</a:t>
            </a:r>
            <a:r>
              <a:rPr lang="zh-TW" altLang="en-US" sz="1800" dirty="0">
                <a:latin typeface="+mj-ea"/>
                <a:ea typeface="+mj-ea"/>
              </a:rPr>
              <a:t>过去</a:t>
            </a:r>
            <a:r>
              <a:rPr lang="en-US" altLang="zh-CN" sz="1800" dirty="0">
                <a:latin typeface="+mj-ea"/>
                <a:ea typeface="+mj-ea"/>
              </a:rPr>
              <a:t>12</a:t>
            </a:r>
            <a:r>
              <a:rPr lang="zh-TW" altLang="en-US" sz="1800" dirty="0">
                <a:latin typeface="+mj-ea"/>
                <a:ea typeface="+mj-ea"/>
              </a:rPr>
              <a:t>个月</a:t>
            </a:r>
            <a:r>
              <a:rPr lang="zh-CN" altLang="en-US" sz="1800" dirty="0">
                <a:latin typeface="+mj-ea"/>
                <a:ea typeface="+mj-ea"/>
              </a:rPr>
              <a:t>（</a:t>
            </a:r>
            <a:r>
              <a:rPr lang="en-US" altLang="zh-CN" sz="1800" dirty="0">
                <a:latin typeface="+mj-ea"/>
                <a:ea typeface="+mj-ea"/>
              </a:rPr>
              <a:t>1</a:t>
            </a:r>
            <a:r>
              <a:rPr lang="zh-TW" altLang="en-US" sz="1800" dirty="0">
                <a:latin typeface="+mj-ea"/>
                <a:ea typeface="+mj-ea"/>
              </a:rPr>
              <a:t>整年</a:t>
            </a:r>
            <a:r>
              <a:rPr lang="zh-CN" altLang="en-US" sz="1800" dirty="0">
                <a:latin typeface="+mj-ea"/>
                <a:ea typeface="+mj-ea"/>
              </a:rPr>
              <a:t>）</a:t>
            </a:r>
            <a:r>
              <a:rPr lang="zh-TW" altLang="en-US" sz="1800" dirty="0">
                <a:latin typeface="+mj-ea"/>
                <a:ea typeface="+mj-ea"/>
              </a:rPr>
              <a:t>的</a:t>
            </a:r>
            <a:r>
              <a:rPr lang="zh-CN" altLang="en-US" sz="1800" dirty="0">
                <a:latin typeface="+mj-ea"/>
                <a:ea typeface="+mj-ea"/>
              </a:rPr>
              <a:t>信息和数据</a:t>
            </a:r>
            <a:r>
              <a:rPr lang="zh-TW" altLang="en-US" sz="1800" dirty="0">
                <a:latin typeface="+mj-ea"/>
                <a:ea typeface="+mj-ea"/>
              </a:rPr>
              <a:t>作为依据</a:t>
            </a:r>
            <a:endParaRPr lang="en-US" altLang="zh-CN" sz="1800" dirty="0">
              <a:latin typeface="+mj-ea"/>
              <a:ea typeface="+mj-ea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+mj-ea"/>
                <a:ea typeface="+mj-ea"/>
              </a:rPr>
              <a:t>PPT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</a:rPr>
              <a:t>内容请围绕</a:t>
            </a:r>
            <a:r>
              <a:rPr lang="zh-CN" sz="1800" dirty="0">
                <a:solidFill>
                  <a:schemeClr val="tx1"/>
                </a:solidFill>
                <a:latin typeface="+mj-ea"/>
                <a:ea typeface="+mj-ea"/>
              </a:rPr>
              <a:t>申请奖项主题进行</a:t>
            </a: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讲解</a:t>
            </a:r>
            <a:endParaRPr lang="zh-CN" altLang="en-US" sz="1800" dirty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讲解</a:t>
            </a:r>
            <a:r>
              <a:rPr lang="zh-CN" altLang="en-US" sz="1800" dirty="0">
                <a:latin typeface="+mj-ea"/>
                <a:ea typeface="+mj-ea"/>
              </a:rPr>
              <a:t>时间为</a:t>
            </a:r>
            <a:r>
              <a:rPr lang="en-US" altLang="zh-CN" sz="1800" dirty="0">
                <a:latin typeface="+mj-ea"/>
                <a:ea typeface="+mj-ea"/>
              </a:rPr>
              <a:t>30</a:t>
            </a:r>
            <a:r>
              <a:rPr lang="zh-CN" altLang="en-US" sz="1800" dirty="0">
                <a:latin typeface="+mj-ea"/>
                <a:ea typeface="+mj-ea"/>
              </a:rPr>
              <a:t>分钟，</a:t>
            </a:r>
            <a:r>
              <a:rPr lang="en-US" altLang="zh-CN" sz="1800" dirty="0">
                <a:latin typeface="+mj-ea"/>
                <a:ea typeface="+mj-ea"/>
              </a:rPr>
              <a:t>Q&amp;A</a:t>
            </a:r>
            <a:r>
              <a:rPr lang="zh-TW" altLang="en-US" sz="1800" dirty="0">
                <a:latin typeface="+mj-ea"/>
                <a:ea typeface="+mj-ea"/>
              </a:rPr>
              <a:t>问答时间</a:t>
            </a:r>
            <a:r>
              <a:rPr lang="en-US" altLang="zh-CN" sz="1800" dirty="0">
                <a:latin typeface="+mj-ea"/>
                <a:ea typeface="+mj-ea"/>
              </a:rPr>
              <a:t>15</a:t>
            </a:r>
            <a:r>
              <a:rPr lang="zh-TW" altLang="en-US" sz="1800" dirty="0">
                <a:latin typeface="+mj-ea"/>
                <a:ea typeface="+mj-ea"/>
              </a:rPr>
              <a:t>分钟</a:t>
            </a:r>
            <a:endParaRPr lang="zh-TW" altLang="en-US" sz="1800" dirty="0">
              <a:latin typeface="+mj-ea"/>
              <a:ea typeface="+mj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18958" y="1268723"/>
            <a:ext cx="9154501" cy="1216863"/>
          </a:xfrm>
        </p:spPr>
        <p:txBody>
          <a:bodyPr>
            <a:normAutofit/>
          </a:bodyPr>
          <a:lstStyle/>
          <a:p>
            <a:r>
              <a:rPr lang="zh-CN" altLang="en-US" sz="360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企业名称</a:t>
            </a:r>
            <a:endParaRPr lang="zh-CN" altLang="en-US" sz="3600" dirty="0">
              <a:solidFill>
                <a:schemeClr val="dk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548890" y="2708910"/>
            <a:ext cx="7094855" cy="525145"/>
          </a:xfrm>
        </p:spPr>
        <p:txBody>
          <a:bodyPr/>
          <a:lstStyle/>
          <a:p>
            <a:r>
              <a:rPr lang="zh-CN" sz="2000">
                <a:solidFill>
                  <a:schemeClr val="lt1">
                    <a:lumMod val="50000"/>
                  </a:schemeClr>
                </a:solidFill>
                <a:latin typeface="+mj-ea"/>
                <a:sym typeface="+mn-ea"/>
              </a:rPr>
              <a:t>企业品牌</a:t>
            </a:r>
            <a:r>
              <a:rPr lang="en-US" altLang="zh-CN" sz="2000">
                <a:solidFill>
                  <a:schemeClr val="lt1">
                    <a:lumMod val="50000"/>
                  </a:schemeClr>
                </a:solidFill>
                <a:latin typeface="+mj-ea"/>
                <a:sym typeface="+mn-ea"/>
              </a:rPr>
              <a:t>/SOLGAN</a:t>
            </a:r>
            <a:endParaRPr lang="zh-CN" altLang="en-US" sz="2000">
              <a:solidFill>
                <a:schemeClr val="lt1">
                  <a:lumMod val="50000"/>
                </a:schemeClr>
              </a:solidFill>
              <a:latin typeface="+mj-ea"/>
              <a:ea typeface="+mj-ea"/>
            </a:endParaRPr>
          </a:p>
          <a:p>
            <a:endParaRPr lang="zh-CN" altLang="en-US" sz="2000" dirty="0">
              <a:solidFill>
                <a:schemeClr val="lt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1、呼叫中心现况简介</a:t>
            </a:r>
            <a:endParaRPr lang="zh-CN" altLang="en-US"/>
          </a:p>
        </p:txBody>
      </p:sp>
      <p:sp>
        <p:nvSpPr>
          <p:cNvPr id="6" name="矩形 1"/>
          <p:cNvSpPr/>
          <p:nvPr/>
        </p:nvSpPr>
        <p:spPr>
          <a:xfrm>
            <a:off x="911190" y="1196023"/>
            <a:ext cx="7981950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</a:pPr>
            <a:r>
              <a:rPr lang="zh-TW" altLang="en-US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建议内容</a:t>
            </a: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，但不局限于：</a:t>
            </a:r>
            <a:endParaRPr lang="zh-CN" altLang="en-US" sz="1800" dirty="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企业的使命</a:t>
            </a: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、</a:t>
            </a:r>
            <a:r>
              <a:rPr lang="zh-TW" altLang="en-US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愿景</a:t>
            </a:r>
            <a:endParaRPr lang="en-US" altLang="zh-TW" sz="18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呼叫中心的目标</a:t>
            </a:r>
            <a:endParaRPr lang="en-US" altLang="zh-TW" sz="18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呼叫中心现况</a:t>
            </a:r>
            <a:endParaRPr lang="en-US" altLang="zh-TW" sz="18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渠道分布等</a:t>
            </a:r>
            <a:endParaRPr lang="zh-TW" altLang="en-US" sz="1800" dirty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2、呼叫中心组织架构</a:t>
            </a:r>
            <a:endParaRPr lang="zh-CN" altLang="en-US"/>
          </a:p>
        </p:txBody>
      </p:sp>
      <p:sp>
        <p:nvSpPr>
          <p:cNvPr id="6" name="矩形 1"/>
          <p:cNvSpPr/>
          <p:nvPr/>
        </p:nvSpPr>
        <p:spPr>
          <a:xfrm>
            <a:off x="767680" y="1340168"/>
            <a:ext cx="798195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</a:pPr>
            <a:r>
              <a:rPr lang="zh-TW" altLang="en-US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建议内容，但不局限于：</a:t>
            </a:r>
            <a:endParaRPr lang="zh-TW" altLang="en-US" sz="18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请提供呼叫中心的组织架构图</a:t>
            </a:r>
            <a:endParaRPr lang="zh-TW" altLang="en-US" sz="18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3、呼叫中心</a:t>
            </a:r>
            <a:r>
              <a:rPr lang="zh-TW" altLang="en-US" dirty="0">
                <a:sym typeface="+mn-ea"/>
              </a:rPr>
              <a:t>客服转型背景与战略目标</a:t>
            </a:r>
            <a:endParaRPr lang="zh-CN" altLang="en-US" dirty="0"/>
          </a:p>
        </p:txBody>
      </p:sp>
      <p:sp>
        <p:nvSpPr>
          <p:cNvPr id="3" name="矩形 1"/>
          <p:cNvSpPr/>
          <p:nvPr/>
        </p:nvSpPr>
        <p:spPr>
          <a:xfrm>
            <a:off x="767715" y="980440"/>
            <a:ext cx="10568305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1800" dirty="0">
                <a:latin typeface="+mj-ea"/>
                <a:ea typeface="+mj-ea"/>
                <a:cs typeface="+mj-ea"/>
                <a:sym typeface="+mn-ea"/>
              </a:rPr>
              <a:t>内容说明：</a:t>
            </a: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CN" altLang="zh-TW" sz="1800" dirty="0">
                <a:latin typeface="+mj-ea"/>
                <a:ea typeface="+mj-ea"/>
                <a:cs typeface="+mj-ea"/>
                <a:sym typeface="+mn-ea"/>
              </a:rPr>
              <a:t>说明呼叫中心进行客服转型的背景、企业所从事的行业、面临的挑战，进行客服转型的原因，希望达到的战略目标，以及制订战略目标的原因</a:t>
            </a: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CN" altLang="zh-TW" sz="1800" dirty="0">
                <a:latin typeface="+mj-ea"/>
                <a:ea typeface="+mj-ea"/>
                <a:cs typeface="+mj-ea"/>
                <a:sym typeface="+mn-ea"/>
              </a:rPr>
              <a:t>建议从「客服价值化、数字智能化、服务营销一体化」这3个方面与奖项相关内容来进行战略目标描述</a:t>
            </a: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CN" altLang="zh-TW" sz="1800" dirty="0">
                <a:latin typeface="+mj-ea"/>
                <a:ea typeface="+mj-ea"/>
                <a:cs typeface="+mj-ea"/>
                <a:sym typeface="+mn-ea"/>
              </a:rPr>
              <a:t>建议内容，但不局限于：</a:t>
            </a: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TW" sz="1800" dirty="0">
                <a:latin typeface="+mj-ea"/>
                <a:ea typeface="+mj-ea"/>
                <a:cs typeface="+mj-ea"/>
                <a:sym typeface="+mn-ea"/>
              </a:rPr>
              <a:t>阐述呼叫中心所在的行业，以及该行业在新的经济情势下，所面临的挑战</a:t>
            </a: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TW" sz="1800" dirty="0">
                <a:latin typeface="+mj-ea"/>
                <a:ea typeface="+mj-ea"/>
                <a:cs typeface="+mj-ea"/>
                <a:sym typeface="+mn-ea"/>
              </a:rPr>
              <a:t>阐述呼叫中心进行客服转型的理由是什么，是什么因素驱动呼叫中心进行客服转型</a:t>
            </a: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TW" sz="1800" dirty="0">
                <a:latin typeface="+mj-ea"/>
                <a:ea typeface="+mj-ea"/>
                <a:cs typeface="+mj-ea"/>
                <a:sym typeface="+mn-ea"/>
              </a:rPr>
              <a:t>客服转型希望达到的战略目标</a:t>
            </a:r>
            <a:endParaRPr lang="zh-CN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zh-TW" sz="1800" dirty="0">
                <a:latin typeface="+mj-ea"/>
                <a:ea typeface="+mj-ea"/>
                <a:cs typeface="+mj-ea"/>
                <a:sym typeface="+mn-ea"/>
              </a:rPr>
              <a:t>制订这样战略目标的原因</a:t>
            </a:r>
            <a:endParaRPr lang="en-US" altLang="zh-CN" sz="1800" dirty="0">
              <a:latin typeface="+mj-ea"/>
              <a:ea typeface="+mj-ea"/>
              <a:cs typeface="+mj-ea"/>
            </a:endParaRPr>
          </a:p>
        </p:txBody>
      </p:sp>
      <p:pic>
        <p:nvPicPr>
          <p:cNvPr id="4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4、</a:t>
            </a:r>
            <a:r>
              <a:rPr lang="zh-TW" altLang="en-US" dirty="0">
                <a:sym typeface="+mn-ea"/>
              </a:rPr>
              <a:t>呼叫中心客服转型实施过程</a:t>
            </a:r>
            <a:endParaRPr lang="zh-CN" altLang="en-US" dirty="0"/>
          </a:p>
        </p:txBody>
      </p:sp>
      <p:sp>
        <p:nvSpPr>
          <p:cNvPr id="7" name="矩形 1"/>
          <p:cNvSpPr/>
          <p:nvPr/>
        </p:nvSpPr>
        <p:spPr>
          <a:xfrm>
            <a:off x="695325" y="1052830"/>
            <a:ext cx="10676255" cy="497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sz="1800" dirty="0">
                <a:latin typeface="+mj-ea"/>
                <a:ea typeface="+mj-ea"/>
                <a:cs typeface="+mj-ea"/>
              </a:rPr>
              <a:t>内容说明：</a:t>
            </a:r>
            <a:endParaRPr lang="zh-TW" altLang="en-US" sz="1800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TW" altLang="en-US" sz="1800" dirty="0">
                <a:latin typeface="+mj-ea"/>
                <a:ea typeface="+mj-ea"/>
                <a:cs typeface="+mj-ea"/>
              </a:rPr>
              <a:t>说明呼叫中心进行客服转型的具体实施过程，如何从战略目标到落地实施</a:t>
            </a: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TW" altLang="en-US" sz="1800" dirty="0">
                <a:latin typeface="+mj-ea"/>
                <a:ea typeface="+mj-ea"/>
                <a:cs typeface="+mj-ea"/>
              </a:rPr>
              <a:t>建议内容，但不局限于：</a:t>
            </a:r>
            <a:endParaRPr lang="zh-TW" altLang="en-US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ea"/>
                <a:ea typeface="+mj-ea"/>
                <a:cs typeface="+mj-ea"/>
              </a:rPr>
              <a:t>转型分成几个阶段，各阶段的目标分别是什么</a:t>
            </a: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ea"/>
                <a:ea typeface="+mj-ea"/>
                <a:cs typeface="+mj-ea"/>
              </a:rPr>
              <a:t>组织架构的调整</a:t>
            </a: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ea"/>
                <a:ea typeface="+mj-ea"/>
                <a:cs typeface="+mj-ea"/>
              </a:rPr>
              <a:t>团队人员的职责、参与和分工</a:t>
            </a: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ea"/>
                <a:ea typeface="+mj-ea"/>
                <a:cs typeface="+mj-ea"/>
              </a:rPr>
              <a:t>具体实施的步骤</a:t>
            </a: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+mj-ea"/>
                <a:ea typeface="+mj-ea"/>
                <a:cs typeface="+mj-ea"/>
              </a:rPr>
              <a:t>实施过程中遇到的困难与挑战</a:t>
            </a:r>
            <a:endParaRPr lang="en-US" altLang="zh-TW" sz="1800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TW" altLang="en-US" sz="1800" dirty="0">
              <a:latin typeface="+mj-ea"/>
              <a:ea typeface="+mj-ea"/>
              <a:cs typeface="+mj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、呼叫中心</a:t>
            </a:r>
            <a:r>
              <a:rPr lang="zh-TW" altLang="en-US" dirty="0"/>
              <a:t>客服转型具体成果</a:t>
            </a:r>
            <a:endParaRPr lang="zh-CN" altLang="en-US" dirty="0"/>
          </a:p>
        </p:txBody>
      </p:sp>
      <p:sp>
        <p:nvSpPr>
          <p:cNvPr id="6" name="矩形 1"/>
          <p:cNvSpPr/>
          <p:nvPr/>
        </p:nvSpPr>
        <p:spPr>
          <a:xfrm>
            <a:off x="767715" y="1124585"/>
            <a:ext cx="10565765" cy="497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</a:rPr>
              <a:t>内容说明：</a:t>
            </a: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</a:rPr>
              <a:t>说明客服转型达成的创新成果，包括从创新成果的内容、对企业战略的贡献、绩效目标的达成、组织架构变革等方面来阐述</a:t>
            </a: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TW" altLang="en-US" sz="1800" dirty="0">
                <a:latin typeface="+mj-ea"/>
                <a:ea typeface="+mj-ea"/>
                <a:cs typeface="+mj-ea"/>
              </a:rPr>
              <a:t>建议</a:t>
            </a:r>
            <a:r>
              <a:rPr lang="zh-TW" altLang="en-US" dirty="0">
                <a:latin typeface="+mj-ea"/>
                <a:ea typeface="+mj-ea"/>
                <a:cs typeface="+mj-ea"/>
              </a:rPr>
              <a:t>从「</a:t>
            </a:r>
            <a:r>
              <a:rPr lang="zh-CN" altLang="zh-TW" dirty="0">
                <a:latin typeface="+mj-ea"/>
                <a:ea typeface="+mj-ea"/>
                <a:cs typeface="+mj-ea"/>
              </a:rPr>
              <a:t>客服价值化、数字智能化、服务营销一体化</a:t>
            </a:r>
            <a:r>
              <a:rPr lang="zh-TW" altLang="en-US" dirty="0">
                <a:latin typeface="+mj-ea"/>
                <a:ea typeface="+mj-ea"/>
                <a:cs typeface="+mj-ea"/>
              </a:rPr>
              <a:t>」这</a:t>
            </a:r>
            <a:r>
              <a:rPr lang="en-US" altLang="zh-TW" dirty="0">
                <a:latin typeface="+mj-ea"/>
                <a:ea typeface="+mj-ea"/>
                <a:cs typeface="+mj-ea"/>
              </a:rPr>
              <a:t>3</a:t>
            </a:r>
            <a:r>
              <a:rPr lang="zh-TW" altLang="en-US" dirty="0">
                <a:latin typeface="+mj-ea"/>
                <a:ea typeface="+mj-ea"/>
                <a:cs typeface="+mj-ea"/>
              </a:rPr>
              <a:t>个方面与奖项相关内容来进行转型成果描述</a:t>
            </a:r>
            <a:endParaRPr lang="en-US" altLang="zh-CN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</a:rPr>
              <a:t>建议内容</a:t>
            </a:r>
            <a:r>
              <a:rPr lang="zh-CN" altLang="en-US" dirty="0">
                <a:latin typeface="+mj-ea"/>
                <a:ea typeface="+mj-ea"/>
                <a:cs typeface="+mj-ea"/>
              </a:rPr>
              <a:t>，但不局限于：</a:t>
            </a:r>
            <a:endParaRPr lang="en-US" altLang="zh-CN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</a:rPr>
              <a:t>客服转型达成的创新成果，创新成果的内容</a:t>
            </a:r>
            <a:endParaRPr lang="en-US" altLang="zh-TW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</a:rPr>
              <a:t>对企业战略的贡献、对企业未来发展的价值</a:t>
            </a:r>
            <a:endParaRPr lang="en-US" altLang="zh-TW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</a:rPr>
              <a:t>绩效目标的达成</a:t>
            </a:r>
            <a:endParaRPr lang="en-US" altLang="zh-TW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</a:rPr>
              <a:t>组织架构变革</a:t>
            </a:r>
            <a:endParaRPr lang="en-US" altLang="zh-CN" dirty="0">
              <a:latin typeface="+mj-ea"/>
              <a:ea typeface="+mj-ea"/>
              <a:cs typeface="+mj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6、</a:t>
            </a:r>
            <a:r>
              <a:rPr lang="zh-TW" altLang="en-US" dirty="0">
                <a:sym typeface="+mn-ea"/>
              </a:rPr>
              <a:t>呼叫中心客服转型的成功关键</a:t>
            </a:r>
            <a:endParaRPr lang="en-US" altLang="zh-CN" dirty="0"/>
          </a:p>
        </p:txBody>
      </p:sp>
      <p:sp>
        <p:nvSpPr>
          <p:cNvPr id="6" name="矩形 1"/>
          <p:cNvSpPr/>
          <p:nvPr/>
        </p:nvSpPr>
        <p:spPr>
          <a:xfrm>
            <a:off x="708660" y="1167130"/>
            <a:ext cx="10775315" cy="4424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内容说明：</a:t>
            </a: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总结客服转型成功的关键要因是什么，是哪些因素驱动了客服转型的成功</a:t>
            </a: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建议内容</a:t>
            </a:r>
            <a:r>
              <a:rPr lang="zh-CN" altLang="en-US" dirty="0">
                <a:latin typeface="+mj-ea"/>
                <a:ea typeface="+mj-ea"/>
                <a:cs typeface="+mj-ea"/>
                <a:sym typeface="+mn-ea"/>
              </a:rPr>
              <a:t>，但不局限于：</a:t>
            </a:r>
            <a:endParaRPr lang="en-US" altLang="zh-CN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总结客服转型从战略到战术、从计划到落地，整个过程中，有哪些困难与挑战</a:t>
            </a: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克服这些困难与挑战的关键有哪些</a:t>
            </a: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分析客服转型成功的关键要因</a:t>
            </a: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这些关键要因对于其他想要进行客服转型的呼叫中心，有怎样的启发</a:t>
            </a: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+mj-ea"/>
              <a:ea typeface="+mj-ea"/>
              <a:cs typeface="+mj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zh-TW" altLang="en-US" dirty="0">
                <a:sym typeface="+mn-ea"/>
              </a:rPr>
              <a:t>呼叫中心客服转型的组织变革与人才培养</a:t>
            </a:r>
            <a:endParaRPr lang="en-US" altLang="zh-CN" dirty="0"/>
          </a:p>
        </p:txBody>
      </p:sp>
      <p:sp>
        <p:nvSpPr>
          <p:cNvPr id="6" name="矩形 1"/>
          <p:cNvSpPr/>
          <p:nvPr/>
        </p:nvSpPr>
        <p:spPr>
          <a:xfrm>
            <a:off x="767715" y="1124585"/>
            <a:ext cx="10565765" cy="4424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内容说明：</a:t>
            </a: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总结客服转型过程中，组织架构和组织管理上，起了哪些变化，有哪些人才对于客服转型起到了关键作用，如何培养这样的人才</a:t>
            </a: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sym typeface="+mn-ea"/>
              </a:rPr>
              <a:t>建议内容</a:t>
            </a:r>
            <a:r>
              <a:rPr lang="zh-CN" altLang="en-US" dirty="0">
                <a:latin typeface="+mj-ea"/>
                <a:ea typeface="+mj-ea"/>
                <a:sym typeface="+mn-ea"/>
              </a:rPr>
              <a:t>，但不局限于：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总结客服转型过程中，组织架构和组织管理上，起了哪些变化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组织架构和组织管理要进行变革，是一件相对困难的事情，转型过程中，是如何克服这些困难的</a:t>
            </a: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有哪些人才对于客服转型起到了关键作用</a:t>
            </a: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如何培养这样的人才</a:t>
            </a:r>
            <a:endParaRPr lang="en-US" altLang="zh-CN" dirty="0">
              <a:latin typeface="+mj-ea"/>
              <a:ea typeface="+mj-ea"/>
              <a:cs typeface="+mj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8、</a:t>
            </a:r>
            <a:r>
              <a:rPr lang="zh-TW" altLang="en-US" dirty="0">
                <a:sym typeface="+mn-ea"/>
              </a:rPr>
              <a:t>呼叫中心客服转型的下一步计划</a:t>
            </a:r>
            <a:endParaRPr lang="en-US" altLang="zh-CN" dirty="0"/>
          </a:p>
        </p:txBody>
      </p:sp>
      <p:sp>
        <p:nvSpPr>
          <p:cNvPr id="6" name="矩形 1"/>
          <p:cNvSpPr/>
          <p:nvPr/>
        </p:nvSpPr>
        <p:spPr>
          <a:xfrm>
            <a:off x="767715" y="1124585"/>
            <a:ext cx="10565765" cy="3316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内容说明：</a:t>
            </a:r>
            <a:endParaRPr lang="en-US" altLang="zh-TW" dirty="0">
              <a:latin typeface="+mj-ea"/>
              <a:ea typeface="+mj-ea"/>
              <a:cs typeface="+mj-ea"/>
            </a:endParaRPr>
          </a:p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客服转型是一个持续的工作，如何确保客服转型的持续成功，下一步计划和规划的想法</a:t>
            </a: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建议内容</a:t>
            </a:r>
            <a:r>
              <a:rPr lang="zh-CN" altLang="en-US" dirty="0">
                <a:latin typeface="+mj-ea"/>
                <a:ea typeface="+mj-ea"/>
                <a:cs typeface="+mj-ea"/>
                <a:sym typeface="+mn-ea"/>
              </a:rPr>
              <a:t>，但不局限于：</a:t>
            </a:r>
            <a:endParaRPr lang="en-US" altLang="zh-CN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如何确保客服转型的持续成功</a:t>
            </a:r>
            <a:endParaRPr lang="zh-CN" altLang="en-US" dirty="0"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下一步的战略目标</a:t>
            </a:r>
            <a:endParaRPr lang="en-US" altLang="zh-TW" dirty="0">
              <a:latin typeface="+mj-ea"/>
              <a:ea typeface="+mj-ea"/>
              <a:cs typeface="+mj-ea"/>
              <a:sym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+mj-ea"/>
                <a:ea typeface="+mj-ea"/>
                <a:cs typeface="+mj-ea"/>
                <a:sym typeface="+mn-ea"/>
              </a:rPr>
              <a:t>下一步的计划和规划</a:t>
            </a:r>
            <a:endParaRPr altLang="en-US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pic>
        <p:nvPicPr>
          <p:cNvPr id="3" name="图片 12" descr="C:\Users\魔女都\Desktop\2023年新客服公开课\图片\页眉.png页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01" y="6183418"/>
            <a:ext cx="12193588" cy="67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BT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158718" y="2750155"/>
            <a:ext cx="4658400" cy="1015200"/>
          </a:xfrm>
        </p:spPr>
        <p:txBody>
          <a:bodyPr anchor="t" anchorCtr="0">
            <a:noAutofit/>
          </a:bodyPr>
          <a:lstStyle>
            <a:lvl1pPr algn="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THANKS</a:t>
            </a:r>
            <a:endParaRPr lang="en-US" dirty="0"/>
          </a:p>
        </p:txBody>
      </p:sp>
      <p:sp>
        <p:nvSpPr>
          <p:cNvPr id="6" name="空心弧 5"/>
          <p:cNvSpPr/>
          <p:nvPr>
            <p:custDataLst>
              <p:tags r:id="rId2"/>
            </p:custDataLst>
          </p:nvPr>
        </p:nvSpPr>
        <p:spPr bwMode="auto">
          <a:xfrm rot="7086271">
            <a:off x="6790401" y="2445248"/>
            <a:ext cx="1482725" cy="1482725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7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19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9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0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1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31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31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32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33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3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34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3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4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5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55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6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6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7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7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7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7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7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8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9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9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9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67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7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7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8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8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8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9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9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9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9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9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0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1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1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1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1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1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1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6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79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9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9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0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0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1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2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3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8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8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7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8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9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2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3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3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3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4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4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5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9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9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8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9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0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3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103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5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7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7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10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129"/>
</p:tagLst>
</file>

<file path=ppt/tags/tag10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9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BEAUTIFY_FLAG" val="#wm#"/>
  <p:tag name="KSO_WM_TEMPLATE_SUBCATEGORY" val="0"/>
  <p:tag name="KSO_WM_TEMPLATE_MASTER_TYPE" val="1"/>
  <p:tag name="KSO_WM_TEMPLATE_COLOR_TYPE" val="0"/>
</p:tagLst>
</file>

<file path=ppt/tags/tag109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29"/>
  <p:tag name="KSO_WM_UNIT_TYPE" val="a"/>
  <p:tag name="KSO_WM_UNIT_INDEX" val="1"/>
  <p:tag name="KSO_WM_UNIT_ID" val="custom129_2*a*1"/>
  <p:tag name="KSO_WM_UNIT_LAYERLEVEL" val="1"/>
  <p:tag name="KSO_WM_UNIT_VALUE" val="36"/>
  <p:tag name="KSO_WM_UNIT_ISCONTENTSTITLE" val="0"/>
  <p:tag name="KSO_WM_UNIT_HIGHLIGHT" val="0"/>
  <p:tag name="KSO_WM_UNIT_COMPATIBLE" val="0"/>
  <p:tag name="KSO_WM_UNIT_PRESET_TEXT_INDEX" val="3"/>
  <p:tag name="KSO_WM_UNIT_PRESET_TEXT_LEN" val="17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.35"/>
  <p:tag name="KSO_WM_UNIT_TEXT_FILL_FORE_SCHEMECOLOR_INDEX" val="13"/>
  <p:tag name="KSO_WM_UNIT_TEXT_FILL_TYPE" val="1"/>
</p:tagLst>
</file>

<file path=ppt/tags/tag1091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SLIDE_ID" val="custom129_1"/>
  <p:tag name="KSO_WM_SLIDE_INDEX" val="1"/>
  <p:tag name="KSO_WM_SLIDE_ITEM_CNT" val="0"/>
  <p:tag name="KSO_WM_SLIDE_LAYOUT" val="a_b"/>
  <p:tag name="KSO_WM_SLIDE_LAYOUT_CNT" val="1_1"/>
  <p:tag name="KSO_WM_SLIDE_TYPE" val="title"/>
  <p:tag name="KSO_WM_BEAUTIFY_FLAG" val="#wm#"/>
  <p:tag name="KSO_WM_TEMPLATE_SUBCATEGORY" val="0"/>
  <p:tag name="KSO_WM_TEMPLATE_MASTER_TYPE" val="1"/>
  <p:tag name="KSO_WM_TEMPLATE_COLOR_TYPE" val="0"/>
</p:tagLst>
</file>

<file path=ppt/tags/tag1092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09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29"/>
  <p:tag name="KSO_WM_UNIT_TYPE" val="a"/>
  <p:tag name="KSO_WM_UNIT_INDEX" val="1"/>
  <p:tag name="KSO_WM_UNIT_ID" val="custom129_2*a*1"/>
  <p:tag name="KSO_WM_UNIT_LAYERLEVEL" val="1"/>
  <p:tag name="KSO_WM_UNIT_VALUE" val="36"/>
  <p:tag name="KSO_WM_UNIT_ISCONTENTSTITLE" val="0"/>
  <p:tag name="KSO_WM_UNIT_HIGHLIGHT" val="0"/>
  <p:tag name="KSO_WM_UNIT_COMPATIBLE" val="0"/>
  <p:tag name="KSO_WM_UNIT_PRESET_TEXT_INDEX" val="3"/>
  <p:tag name="KSO_WM_UNIT_PRESET_TEXT_LEN" val="17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.35"/>
  <p:tag name="KSO_WM_UNIT_TEXT_FILL_FORE_SCHEMECOLOR_INDEX" val="13"/>
  <p:tag name="KSO_WM_UNIT_TEXT_FILL_TYPE" val="1"/>
</p:tagLst>
</file>

<file path=ppt/tags/tag109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29"/>
  <p:tag name="KSO_WM_UNIT_TYPE" val="b"/>
  <p:tag name="KSO_WM_UNIT_INDEX" val="1"/>
  <p:tag name="KSO_WM_UNIT_ID" val="custom129_2*b*1"/>
  <p:tag name="KSO_WM_UNIT_LAYERLEVEL" val="1"/>
  <p:tag name="KSO_WM_UNIT_VALUE" val="66"/>
  <p:tag name="KSO_WM_UNIT_ISCONTENTSTITLE" val="0"/>
  <p:tag name="KSO_WM_UNIT_HIGHLIGHT" val="0"/>
  <p:tag name="KSO_WM_UNIT_COMPATIBLE" val="0"/>
  <p:tag name="KSO_WM_UNIT_PRESET_TEXT_INDEX" val="3"/>
  <p:tag name="KSO_WM_UNIT_PRESET_TEXT_LEN" val="17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-0.5"/>
  <p:tag name="KSO_WM_UNIT_TEXT_FILL_FORE_SCHEMECOLOR_INDEX" val="14"/>
  <p:tag name="KSO_WM_UNIT_TEXT_FILL_TYPE" val="1"/>
</p:tagLst>
</file>

<file path=ppt/tags/tag1095.xml><?xml version="1.0" encoding="utf-8"?>
<p:tagLst xmlns:p="http://schemas.openxmlformats.org/presentationml/2006/main">
  <p:tag name="KSO_WM_TEMPLATE_THUMBS_INDEX" val="1、9、12、13、15、19、24、28"/>
  <p:tag name="KSO_WM_TEMPLATE_CATEGORY" val="custom"/>
  <p:tag name="KSO_WM_TEMPLATE_INDEX" val="129"/>
  <p:tag name="KSO_WM_TAG_VERSION" val="1.0"/>
  <p:tag name="KSO_WM_SLIDE_ID" val="custom129_1"/>
  <p:tag name="KSO_WM_SLIDE_INDEX" val="1"/>
  <p:tag name="KSO_WM_SLIDE_ITEM_CNT" val="0"/>
  <p:tag name="KSO_WM_SLIDE_LAYOUT" val="a_b"/>
  <p:tag name="KSO_WM_SLIDE_LAYOUT_CNT" val="1_1"/>
  <p:tag name="KSO_WM_SLIDE_TYPE" val="title"/>
  <p:tag name="KSO_WM_BEAUTIFY_FLAG" val="#wm#"/>
  <p:tag name="KSO_WM_TEMPLATE_SUBCATEGORY" val="0"/>
  <p:tag name="KSO_WM_TEMPLATE_MASTER_TYPE" val="1"/>
  <p:tag name="KSO_WM_TEMPLATE_COLOR_TYPE" val="0"/>
</p:tagLst>
</file>

<file path=ppt/tags/tag1096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097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098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099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0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1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2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3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6.xml><?xml version="1.0" encoding="utf-8"?>
<p:tagLst xmlns:p="http://schemas.openxmlformats.org/presentationml/2006/main">
  <p:tag name="KSO_WM_BEAUTIFY_FLAG" val="#wm#"/>
  <p:tag name="KSO_WM_TEMPLATE_CATEGORY" val="custom"/>
  <p:tag name="KSO_WM_TEMPLATE_INDEX" val="129"/>
</p:tagLst>
</file>

<file path=ppt/tags/tag1107.xml><?xml version="1.0" encoding="utf-8"?>
<p:tagLst xmlns:p="http://schemas.openxmlformats.org/presentationml/2006/main">
  <p:tag name="COMMONDATA" val="eyJoZGlkIjoiMTgyY2Y5Y2UxZjkwY2NiYzg1MTM4ZmQzOTFhYWJhY2IifQ=="/>
  <p:tag name="commondata" val="eyJoZGlkIjoiMzEwNTM5NzYwMDRjMzkwZTVkZjY2ODkwMGIxNGU0OTU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">
  <a:themeElements>
    <a:clrScheme name="129">
      <a:dk1>
        <a:srgbClr val="000000"/>
      </a:dk1>
      <a:lt1>
        <a:srgbClr val="FFFFFF"/>
      </a:lt1>
      <a:dk2>
        <a:srgbClr val="DEDFE0"/>
      </a:dk2>
      <a:lt2>
        <a:srgbClr val="FFFFFF"/>
      </a:lt2>
      <a:accent1>
        <a:srgbClr val="B72D1F"/>
      </a:accent1>
      <a:accent2>
        <a:srgbClr val="C14320"/>
      </a:accent2>
      <a:accent3>
        <a:srgbClr val="CB5922"/>
      </a:accent3>
      <a:accent4>
        <a:srgbClr val="D66F23"/>
      </a:accent4>
      <a:accent5>
        <a:srgbClr val="E08525"/>
      </a:accent5>
      <a:accent6>
        <a:srgbClr val="EA9B26"/>
      </a:accent6>
      <a:hlink>
        <a:srgbClr val="00B0F0"/>
      </a:hlink>
      <a:folHlink>
        <a:srgbClr val="AFB2B4"/>
      </a:folHlink>
    </a:clrScheme>
    <a:fontScheme name="自定义 39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</Words>
  <Application>WPS 演示</Application>
  <PresentationFormat>寬螢幕</PresentationFormat>
  <Paragraphs>95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</vt:lpstr>
      <vt:lpstr>黑体</vt:lpstr>
      <vt:lpstr>Arial Unicode MS</vt:lpstr>
      <vt:lpstr>Calibri</vt:lpstr>
      <vt:lpstr>默认设计模板</vt:lpstr>
      <vt:lpstr>Office 主题</vt:lpstr>
      <vt:lpstr>2_Office 主题</vt:lpstr>
      <vt:lpstr>3_Office 主题</vt:lpstr>
      <vt:lpstr>4_Office 主题</vt:lpstr>
      <vt:lpstr>5_Office 主题</vt:lpstr>
      <vt:lpstr>1_Office 主题</vt:lpstr>
      <vt:lpstr>7_Office 主题</vt:lpstr>
      <vt:lpstr>8_Office 主题</vt:lpstr>
      <vt:lpstr>9_Office 主题</vt:lpstr>
      <vt:lpstr>2026年度“新客服节新客服最佳实践奖”</vt:lpstr>
      <vt:lpstr>撰写指引</vt:lpstr>
      <vt:lpstr>企业名称</vt:lpstr>
      <vt:lpstr>1、呼叫中心现况简介</vt:lpstr>
      <vt:lpstr>2、呼叫中心组织架构</vt:lpstr>
      <vt:lpstr>3、呼叫中心客服转型背景与战略目标</vt:lpstr>
      <vt:lpstr>4、呼叫中心客服转型实施过程</vt:lpstr>
      <vt:lpstr>5、呼叫中心客服转型具体成果</vt:lpstr>
      <vt:lpstr>6、呼叫中心客服转型的成功关键</vt:lpstr>
      <vt:lpstr>7、呼叫中心客服转型的组织变革与人才培养</vt:lpstr>
      <vt:lpstr>8、呼叫中心客服转型的下一步计划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中国十佳呼叫中心服务外包机构奖</dc:title>
  <dc:creator>郭康</dc:creator>
  <cp:lastModifiedBy>郭康</cp:lastModifiedBy>
  <cp:revision>46</cp:revision>
  <dcterms:created xsi:type="dcterms:W3CDTF">2022-07-13T08:59:00Z</dcterms:created>
  <dcterms:modified xsi:type="dcterms:W3CDTF">2026-03-04T03:40:29Z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22CBEBF4112F4C35B3D664F30487BBDA</vt:lpwstr>
  </property>
</Properties>
</file>