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这是一份关于刘乾坤的人物深度分析。</a:t>
            </a:r>
          </a:p>
          <a:p>
            <a:endParaRPr lang="zh-CN" dirty="0"/>
          </a:p>
          <a:p>
            <a:r>
              <a:rPr lang="zh-CN" dirty="0"/>
              <a:t>基于档案 v10.2，整合了从 2026-03-19 以来的所有观察记录，覆盖他的权力框架、18 种行为模式、关系网络、供应商管理手法，以及年老师的应对策略。</a:t>
            </a:r>
          </a:p>
          <a:p>
            <a:endParaRPr lang="zh-CN" dirty="0"/>
          </a:p>
          <a:p>
            <a:r>
              <a:rPr lang="zh-CN" dirty="0"/>
              <a:t>这份材料的目的是三个：看懂他、应对他、学习他。</a:t>
            </a:r>
          </a:p>
          <a:p>
            <a:endParaRPr lang="zh-CN" dirty="0"/>
          </a:p>
          <a:p>
            <a:r>
              <a:rPr lang="zh-CN" dirty="0"/>
              <a:t>要点：① 基于 v10.2 档案 ② 覆盖权力框架和行为模式 ③ 三个目标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先看最核心的定位。</a:t>
            </a:r>
          </a:p>
          <a:p>
            <a:endParaRPr lang="zh-CN" dirty="0"/>
          </a:p>
          <a:p>
            <a:r>
              <a:rPr lang="zh-CN" dirty="0"/>
              <a:t>刘乾坤是高压管理型业管。他最擅长的就两件事：立规矩和三要素法。</a:t>
            </a:r>
          </a:p>
          <a:p>
            <a:endParaRPr lang="zh-CN" dirty="0"/>
          </a:p>
          <a:p>
            <a:r>
              <a:rPr lang="zh-CN" dirty="0"/>
              <a:t>他的行为有三个特征：对上表演、对下施压、信息管控。</a:t>
            </a:r>
          </a:p>
          <a:p>
            <a:endParaRPr lang="zh-CN" dirty="0"/>
          </a:p>
          <a:p>
            <a:r>
              <a:rPr lang="zh-CN" dirty="0"/>
              <a:t>理解这一点很重要——他的所有行为，都围绕三个诉求展开：控制权、展示权、安全感。不理解这三个诉求，就会被他带着走。</a:t>
            </a:r>
          </a:p>
          <a:p>
            <a:endParaRPr lang="zh-CN" dirty="0"/>
          </a:p>
          <a:p>
            <a:r>
              <a:rPr lang="zh-CN" dirty="0"/>
              <a:t>要点：① 高压管理型 ② 立规矩+三要素法 ③ 三个核心诉求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接下来拆解这三个诉求。</a:t>
            </a:r>
          </a:p>
          <a:p>
            <a:endParaRPr lang="zh-CN" dirty="0"/>
          </a:p>
          <a:p>
            <a:r>
              <a:rPr lang="zh-CN" dirty="0"/>
              <a:t>控制权——他刚接手任何业务，第一件事就是立规矩。为什么？因为他需要发出"我在管"的信号。刚接管的人最需要秩序。</a:t>
            </a:r>
          </a:p>
          <a:p>
            <a:endParaRPr lang="zh-CN" dirty="0"/>
          </a:p>
          <a:p>
            <a:r>
              <a:rPr lang="zh-CN" dirty="0"/>
              <a:t>展示权——这是他自己最在意的。群内表演、打鸡血、CC上级，核心目的只有一个：让老板知道他在解决问题。不是做给平级看，是做给上级看。</a:t>
            </a:r>
          </a:p>
          <a:p>
            <a:endParaRPr lang="zh-CN" dirty="0"/>
          </a:p>
          <a:p>
            <a:r>
              <a:rPr lang="zh-CN" dirty="0"/>
              <a:t>安全感——他怕被替代。所以做信息管控，让别人依赖自己。掌控信息就是掌控不可替代性。</a:t>
            </a:r>
          </a:p>
          <a:p>
            <a:endParaRPr lang="zh-CN" dirty="0"/>
          </a:p>
          <a:p>
            <a:r>
              <a:rPr lang="zh-CN" dirty="0"/>
              <a:t>这三个诉求缺一不可。理解了这个，后续 18 种模式都能用这三个诉求来解释。</a:t>
            </a:r>
          </a:p>
          <a:p>
            <a:endParaRPr lang="zh-CN" dirty="0"/>
          </a:p>
          <a:p>
            <a:r>
              <a:rPr lang="zh-CN" dirty="0"/>
              <a:t>要点：① 控制权=立规矩 ② 展示权=演给上级看 ③ 安全感=信息管控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诉求从哪来？从权力来。他手里有 5 种权力。</a:t>
            </a:r>
          </a:p>
          <a:p>
            <a:endParaRPr lang="zh-CN" dirty="0"/>
          </a:p>
          <a:p>
            <a:r>
              <a:rPr lang="zh-CN" dirty="0"/>
              <a:t>最底层是规则权——立规矩、机制先行。这是他一切动作的合法性来源。</a:t>
            </a:r>
          </a:p>
          <a:p>
            <a:endParaRPr lang="zh-CN" dirty="0"/>
          </a:p>
          <a:p>
            <a:r>
              <a:rPr lang="zh-CN" dirty="0"/>
              <a:t>往上是信息权——两头堵、阻断信息。控制信息流动就是控制话语权。</a:t>
            </a:r>
          </a:p>
          <a:p>
            <a:endParaRPr lang="zh-CN" dirty="0"/>
          </a:p>
          <a:p>
            <a:r>
              <a:rPr lang="zh-CN" dirty="0"/>
              <a:t>中间是关系权——拉拢圈人、人情债。用关系绑定利益。</a:t>
            </a:r>
          </a:p>
          <a:p>
            <a:endParaRPr lang="zh-CN" dirty="0"/>
          </a:p>
          <a:p>
            <a:r>
              <a:rPr lang="zh-CN" dirty="0"/>
              <a:t>再往上是注意权——群内表演、打鸡血。刷存在感，主要是给上级看。</a:t>
            </a:r>
          </a:p>
          <a:p>
            <a:endParaRPr lang="zh-CN" dirty="0"/>
          </a:p>
          <a:p>
            <a:r>
              <a:rPr lang="zh-CN" dirty="0"/>
              <a:t>最表层是施压权——公开锁定、高压管理。这是最直接的手段。</a:t>
            </a:r>
          </a:p>
          <a:p>
            <a:endParaRPr lang="zh-CN" dirty="0"/>
          </a:p>
          <a:p>
            <a:r>
              <a:rPr lang="zh-CN" dirty="0"/>
              <a:t>每种权力都有对应的应对策略。关键是不盲目接受规则，建立独立信息渠道。</a:t>
            </a:r>
          </a:p>
          <a:p>
            <a:endParaRPr lang="zh-CN" dirty="0"/>
          </a:p>
          <a:p>
            <a:r>
              <a:rPr lang="zh-CN" dirty="0"/>
              <a:t>要点：① 5种权力层层递进 ② 规则权是根基 ③ 每种都有应对策略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5 种权力具体展开，就是 18 种行为模式。</a:t>
            </a:r>
          </a:p>
          <a:p>
            <a:endParaRPr lang="zh-CN" dirty="0"/>
          </a:p>
          <a:p>
            <a:r>
              <a:rPr lang="zh-CN" dirty="0"/>
              <a:t>按权力来源分组：规则权有 1 种——立规矩。信息权有 1 种——两头堵。关系权有 2 种——拉拢圈人和人情债管理。注意权有 2 种——群内表演和任务下放加CC展示。施压权有 4 种——公开锁定、高压管理、追责转嫁、加压链。</a:t>
            </a:r>
          </a:p>
          <a:p>
            <a:endParaRPr lang="zh-CN" dirty="0"/>
          </a:p>
          <a:p>
            <a:r>
              <a:rPr lang="zh-CN" dirty="0"/>
              <a:t>另外还有 8 种组合拳，包括抛问题、正面对冲、借力打力、群聊闹事、选择性攻击、质疑数据降温、挖人试探、镜像过敏。</a:t>
            </a:r>
          </a:p>
          <a:p>
            <a:endParaRPr lang="zh-CN" dirty="0"/>
          </a:p>
          <a:p>
            <a:r>
              <a:rPr lang="zh-CN" dirty="0"/>
              <a:t>红色标记的是风险动作，需要特别警惕。</a:t>
            </a:r>
          </a:p>
          <a:p>
            <a:endParaRPr lang="zh-CN" dirty="0"/>
          </a:p>
          <a:p>
            <a:r>
              <a:rPr lang="zh-CN" dirty="0"/>
              <a:t>要点：① 18种模式分组清晰 ② 施压权最多 ③ 红色为风险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18 种模式不是随机使用的，是有组合逻辑的。</a:t>
            </a:r>
          </a:p>
          <a:p>
            <a:endParaRPr lang="zh-CN" dirty="0"/>
          </a:p>
          <a:p>
            <a:r>
              <a:rPr lang="zh-CN" dirty="0"/>
              <a:t>刚接手时——立规矩加数据切入。先宣布规则，再用数据找抓手。</a:t>
            </a:r>
          </a:p>
          <a:p>
            <a:endParaRPr lang="zh-CN" dirty="0"/>
          </a:p>
          <a:p>
            <a:r>
              <a:rPr lang="zh-CN" dirty="0"/>
              <a:t>日常运营时——群内表演加三要素法。表演给上级看，让供应商自己承诺。</a:t>
            </a:r>
          </a:p>
          <a:p>
            <a:endParaRPr lang="zh-CN" dirty="0"/>
          </a:p>
          <a:p>
            <a:r>
              <a:rPr lang="zh-CN" dirty="0"/>
              <a:t>遇到阻力时——高压管理加公开锁定。群里@具体人，制造回复压力。</a:t>
            </a:r>
          </a:p>
          <a:p>
            <a:endParaRPr lang="zh-CN" dirty="0"/>
          </a:p>
          <a:p>
            <a:r>
              <a:rPr lang="zh-CN" dirty="0"/>
              <a:t>需要上级支持时——打鸡血加道德绑架。展示"我在全力推动"，获取资源。</a:t>
            </a:r>
          </a:p>
          <a:p>
            <a:endParaRPr lang="zh-CN" dirty="0"/>
          </a:p>
          <a:p>
            <a:r>
              <a:rPr lang="zh-CN" dirty="0"/>
              <a:t>每一种组合都有明确的触发场景和预期效果。他不是随机出手的。</a:t>
            </a:r>
          </a:p>
          <a:p>
            <a:endParaRPr lang="zh-CN" dirty="0"/>
          </a:p>
          <a:p>
            <a:r>
              <a:rPr lang="zh-CN" dirty="0"/>
              <a:t>要点：① 4种场景组合 ② 每种有明确触发条件 ③ 不是随机使用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他对不同人的策略完全不同。</a:t>
            </a:r>
          </a:p>
          <a:p>
            <a:endParaRPr lang="zh-CN" dirty="0"/>
          </a:p>
          <a:p>
            <a:r>
              <a:rPr lang="zh-CN" dirty="0"/>
              <a:t>对郭鑫——前同事，叫"鑫鑫"，"用你的嘴出我的力"。这是利用关系。</a:t>
            </a:r>
          </a:p>
          <a:p>
            <a:endParaRPr lang="zh-CN" dirty="0"/>
          </a:p>
          <a:p>
            <a:r>
              <a:rPr lang="zh-CN" dirty="0"/>
              <a:t>对马贵贤——"你的工作我的成果"。这是工具化。</a:t>
            </a:r>
          </a:p>
          <a:p>
            <a:endParaRPr lang="zh-CN" dirty="0"/>
          </a:p>
          <a:p>
            <a:r>
              <a:rPr lang="zh-CN" dirty="0"/>
              <a:t>对年老师——配合关系，叫"兄弟"，主动帮忙拉拢。这是拉拢。</a:t>
            </a:r>
          </a:p>
          <a:p>
            <a:endParaRPr lang="zh-CN" dirty="0"/>
          </a:p>
          <a:p>
            <a:r>
              <a:rPr lang="zh-CN" dirty="0"/>
              <a:t>对张世跃——实习生，任务下放加功劳上报。这是施压加利用。</a:t>
            </a:r>
          </a:p>
          <a:p>
            <a:endParaRPr lang="zh-CN" dirty="0"/>
          </a:p>
          <a:p>
            <a:r>
              <a:rPr lang="zh-CN" dirty="0"/>
              <a:t>对供应商——外部，利益驱动加责任下放。这是施压。</a:t>
            </a:r>
          </a:p>
          <a:p>
            <a:endParaRPr lang="zh-CN" dirty="0"/>
          </a:p>
          <a:p>
            <a:r>
              <a:rPr lang="zh-CN" dirty="0"/>
              <a:t>对刘伟佳——师承关系，高级版对初级版。这是师承。</a:t>
            </a:r>
          </a:p>
          <a:p>
            <a:endParaRPr lang="zh-CN" dirty="0"/>
          </a:p>
          <a:p>
            <a:r>
              <a:rPr lang="zh-CN" dirty="0"/>
              <a:t>他对每个人的策略，都服务于那三个诉求。</a:t>
            </a:r>
          </a:p>
          <a:p>
            <a:endParaRPr lang="zh-CN" dirty="0"/>
          </a:p>
          <a:p>
            <a:r>
              <a:rPr lang="zh-CN" dirty="0"/>
              <a:t>要点：① 对6类人策略不同 ② 核心逻辑一致 ③ 都服务三个诉求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看他对供应商的四招。施压强度递增。</a:t>
            </a:r>
          </a:p>
          <a:p>
            <a:endParaRPr lang="zh-CN" dirty="0"/>
          </a:p>
          <a:p>
            <a:r>
              <a:rPr lang="zh-CN" dirty="0"/>
              <a:t>质问式——"汰换机制是什么？"让供应商解释问题，暴露管理短板。</a:t>
            </a:r>
          </a:p>
          <a:p>
            <a:endParaRPr lang="zh-CN" dirty="0"/>
          </a:p>
          <a:p>
            <a:r>
              <a:rPr lang="zh-CN" dirty="0"/>
              <a:t>驱动式——"3.4亿才有奖金"。用利益驱动供应商自己急，不用他催。</a:t>
            </a:r>
          </a:p>
          <a:p>
            <a:endParaRPr lang="zh-CN" dirty="0"/>
          </a:p>
          <a:p>
            <a:r>
              <a:rPr lang="zh-CN" dirty="0"/>
              <a:t>要求式——"本月人力计划、周度计划"。要求具体计划，有明确交付物。</a:t>
            </a:r>
          </a:p>
          <a:p>
            <a:endParaRPr lang="zh-CN" dirty="0"/>
          </a:p>
          <a:p>
            <a:r>
              <a:rPr lang="zh-CN" dirty="0"/>
              <a:t>改进式——三要素法。原因、提升目标、举措。让供应商自己承诺，承诺即约束。</a:t>
            </a:r>
          </a:p>
          <a:p>
            <a:endParaRPr lang="zh-CN" dirty="0"/>
          </a:p>
          <a:p>
            <a:r>
              <a:rPr lang="zh-CN" dirty="0"/>
              <a:t>三要素法是最值得学的——让供应商自己说，比你告诉他更有效。年老师也用了这个方法，但加了"给支持"。</a:t>
            </a:r>
          </a:p>
          <a:p>
            <a:endParaRPr lang="zh-CN" dirty="0"/>
          </a:p>
          <a:p>
            <a:r>
              <a:rPr lang="zh-CN" dirty="0"/>
              <a:t>要点：① 四招递进 ② 三要素法最核心 ③ 承诺即约束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他接手新业务的四步棋，是最值得拆解的。</a:t>
            </a:r>
          </a:p>
          <a:p>
            <a:endParaRPr lang="zh-CN" dirty="0"/>
          </a:p>
          <a:p>
            <a:r>
              <a:rPr lang="zh-CN" dirty="0"/>
              <a:t>第一步，立规矩。宣布规则，确立"按规则办事"的基调。</a:t>
            </a:r>
          </a:p>
          <a:p>
            <a:endParaRPr lang="zh-CN" dirty="0"/>
          </a:p>
          <a:p>
            <a:r>
              <a:rPr lang="zh-CN" dirty="0"/>
              <a:t>第二步，数据切入。摆数据不出结论。责任分散，自己居功。</a:t>
            </a:r>
          </a:p>
          <a:p>
            <a:endParaRPr lang="zh-CN" dirty="0"/>
          </a:p>
          <a:p>
            <a:r>
              <a:rPr lang="zh-CN" dirty="0"/>
              <a:t>第三步，公开锁定。群里@具体人，制造回复压力。不回复就是默认。</a:t>
            </a:r>
          </a:p>
          <a:p>
            <a:endParaRPr lang="zh-CN" dirty="0"/>
          </a:p>
          <a:p>
            <a:r>
              <a:rPr lang="zh-CN" dirty="0"/>
              <a:t>第四步，建立预期。塑造"按规则办事"的公共形象。后续一切动作都可以引用初始规则。</a:t>
            </a:r>
          </a:p>
          <a:p>
            <a:endParaRPr lang="zh-CN" dirty="0"/>
          </a:p>
          <a:p>
            <a:r>
              <a:rPr lang="zh-CN" dirty="0"/>
              <a:t>最核心的是第四步——初始规则一旦确立，后续引用就是"合法"的。不是他在针对你，是规则如此。</a:t>
            </a:r>
          </a:p>
          <a:p>
            <a:endParaRPr lang="zh-CN" dirty="0"/>
          </a:p>
          <a:p>
            <a:r>
              <a:rPr lang="zh-CN" dirty="0"/>
              <a:t>要点：① 四步递进 ② 初始规则最关键 ③ 后续动作都有据可依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年老师怎么应对？四条核心原则。</a:t>
            </a:r>
          </a:p>
          <a:p>
            <a:endParaRPr lang="zh-CN" dirty="0"/>
          </a:p>
          <a:p>
            <a:r>
              <a:rPr lang="zh-CN" dirty="0"/>
              <a:t>不主动背锅——刘乾坤的问题直接传递，不接"帮我看下"。他的问题不是你的问题。</a:t>
            </a:r>
          </a:p>
          <a:p>
            <a:endParaRPr lang="zh-CN" dirty="0"/>
          </a:p>
          <a:p>
            <a:r>
              <a:rPr lang="zh-CN" dirty="0"/>
              <a:t>边界清晰——周末不接@，工作日按流程。不被他的节奏带偏。</a:t>
            </a:r>
          </a:p>
          <a:p>
            <a:endParaRPr lang="zh-CN" dirty="0"/>
          </a:p>
          <a:p>
            <a:r>
              <a:rPr lang="zh-CN" dirty="0"/>
              <a:t>信息独立——建立独立渠道，不依赖他拿数据。不听"别找供应商"。</a:t>
            </a:r>
          </a:p>
          <a:p>
            <a:endParaRPr lang="zh-CN" dirty="0"/>
          </a:p>
          <a:p>
            <a:r>
              <a:rPr lang="zh-CN" dirty="0"/>
              <a:t>学习技巧——立规矩、三要素法、数据说话。学他的手法，改良为自己的方式。</a:t>
            </a:r>
          </a:p>
          <a:p>
            <a:endParaRPr lang="zh-CN" dirty="0"/>
          </a:p>
          <a:p>
            <a:r>
              <a:rPr lang="zh-CN" dirty="0"/>
              <a:t>话术上，"帮我看下"回应"你的想法是什么"；周末@回应"收到，周一处理"。</a:t>
            </a:r>
          </a:p>
          <a:p>
            <a:endParaRPr lang="zh-CN" dirty="0"/>
          </a:p>
          <a:p>
            <a:r>
              <a:rPr lang="zh-CN" dirty="0"/>
              <a:t>要点：① 四条原则 ② 话术已备好 ③ 学手法改风格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刘乾坤的手法哪些可学，年老师又改进了什么？</a:t>
            </a:r>
          </a:p>
          <a:p>
            <a:endParaRPr lang="zh-CN" dirty="0"/>
          </a:p>
          <a:p>
            <a:r>
              <a:rPr lang="zh-CN" dirty="0"/>
              <a:t>刘乾坤六步法：定边界、查病灶、谈到位——这三个做得好。强执行、树标杆——施压过度，短期有效但长期损害信任。建机制——机制先行是对的。</a:t>
            </a:r>
          </a:p>
          <a:p>
            <a:endParaRPr lang="zh-CN" dirty="0"/>
          </a:p>
          <a:p>
            <a:r>
              <a:rPr lang="zh-CN" dirty="0"/>
              <a:t>年老师的改进：加了"给支持"。不是只提要求，还告诉供应商"我这边可以给你什么支持"。温和但坚决，长期伙伴关系而非高压驱动。</a:t>
            </a:r>
          </a:p>
          <a:p>
            <a:endParaRPr lang="zh-CN" dirty="0"/>
          </a:p>
          <a:p>
            <a:r>
              <a:rPr lang="zh-CN" dirty="0"/>
              <a:t>核心差异：刘乾坤是摆问题→施压→让供应商自己想。年老师是摆问题→提要求→给支持→让供应商自己想→长期合作。</a:t>
            </a:r>
          </a:p>
          <a:p>
            <a:endParaRPr lang="zh-CN" dirty="0"/>
          </a:p>
          <a:p>
            <a:r>
              <a:rPr lang="zh-CN" dirty="0"/>
              <a:t>可学的：立规矩、三要素法、数据说话、机制先行。需要改的：施压方式，从高压改为温和但坚决。</a:t>
            </a:r>
          </a:p>
          <a:p>
            <a:endParaRPr lang="zh-CN" dirty="0"/>
          </a:p>
          <a:p>
            <a:r>
              <a:rPr lang="zh-CN" dirty="0"/>
              <a:t>要点：① 三步值得学 ② 年老师加了"给支持" ③ 学手法改风格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最后三条行动要点。</a:t>
            </a:r>
          </a:p>
          <a:p>
            <a:endParaRPr lang="zh-CN" dirty="0"/>
          </a:p>
          <a:p>
            <a:r>
              <a:rPr lang="zh-CN" dirty="0"/>
              <a:t>看懂他——控制权、展示权、安全感。一切行为从这三个诉求出发。不理解诉求，就会被他的动作带着走。</a:t>
            </a:r>
          </a:p>
          <a:p>
            <a:endParaRPr lang="zh-CN" dirty="0"/>
          </a:p>
          <a:p>
            <a:r>
              <a:rPr lang="zh-CN" dirty="0"/>
              <a:t>应对他——不背锅、守边界、信息独立、学技巧。不接他的问题，不回他的节奏，不依赖他的信息。</a:t>
            </a:r>
          </a:p>
          <a:p>
            <a:endParaRPr lang="zh-CN" dirty="0"/>
          </a:p>
          <a:p>
            <a:r>
              <a:rPr lang="zh-CN" dirty="0"/>
              <a:t>学习他——规则先行、三要素法、数据说话、机制先行。学其手法，改其风格。温和但坚决，长期而非短期。</a:t>
            </a:r>
          </a:p>
          <a:p>
            <a:endParaRPr lang="zh-CN" dirty="0"/>
          </a:p>
          <a:p>
            <a:r>
              <a:rPr lang="zh-CN" dirty="0"/>
              <a:t>最后提醒他的三个破绽：表演型管理说明真实能力可能不足；信息管控导致长期合作困难；施压过度容易引发抵触。</a:t>
            </a:r>
          </a:p>
          <a:p>
            <a:endParaRPr lang="zh-CN" dirty="0"/>
          </a:p>
          <a:p>
            <a:r>
              <a:rPr lang="zh-CN" dirty="0"/>
              <a:t>理解破绽，才能不被他牵着走。</a:t>
            </a:r>
          </a:p>
          <a:p>
            <a:endParaRPr lang="zh-CN" dirty="0"/>
          </a:p>
          <a:p>
            <a:r>
              <a:rPr lang="zh-CN" dirty="0"/>
              <a:t>要点：① 三条行动要点 ② 三个破绽 ③ 理解是第一步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