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各位领导、各位合作伙伴，大家下午好。</a:t>
            </a:r>
          </a:p>
          <a:p>
            <a:endParaRPr lang="zh-CN" dirty="0"/>
          </a:p>
          <a:p>
            <a:r>
              <a:rPr lang="zh-CN" dirty="0"/>
              <a:t>今天我代表BPO供应商联盟，向大家汇报本次认证总结会的核心成果。本次会议围绕电销标准化运营方法论展开，各参会供应商分享了学习收获与落地计划。</a:t>
            </a:r>
          </a:p>
          <a:p>
            <a:endParaRPr lang="zh-CN" dirty="0"/>
          </a:p>
          <a:p>
            <a:r>
              <a:rPr lang="zh-CN" dirty="0"/>
              <a:t>要点：(1) BPO供应商联盟认证总结会 (2) 标准化运营方法论与落地实践 (3) 2026年4月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让我们先看一下今天的议程安排。</a:t>
            </a:r>
          </a:p>
          <a:p>
            <a:endParaRPr lang="zh-CN" dirty="0"/>
          </a:p>
          <a:p>
            <a:r>
              <a:rPr lang="zh-CN" dirty="0"/>
              <a:t>今天的分享分为三个核心部分：首先是电销管理的六大核心方法论，这是成熟自建电销职场的实战经验总结；其次是各供应商的认证情况与学习收获，每家都制定了差异化的落地方案；最后是统一的落地推进计划与关键成功要素。</a:t>
            </a:r>
          </a:p>
          <a:p>
            <a:endParaRPr lang="zh-CN" dirty="0"/>
          </a:p>
          <a:p>
            <a:r>
              <a:rPr lang="zh-CN" dirty="0"/>
              <a:t>要点：(1) 核心方法论分享 (2) 供应商认证与收获 (3) 落地方案与展望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首先让我介绍一下电销管理的六大核心模块。</a:t>
            </a:r>
          </a:p>
          <a:p>
            <a:endParaRPr lang="zh-CN" dirty="0"/>
          </a:p>
          <a:p>
            <a:r>
              <a:rPr lang="zh-CN" dirty="0"/>
              <a:t>这六大模块包括：坐席分级管理、话术沉淀体系、团队激励方案、三会管理流程、名单管控规则，以及分时段拨打策略。它们相互支撑形成了一个完整的闭环管理体系。其中，坐席分级管理解决"人"的问题，名单管控解决"资源"的问题，三会管理解决"执行"的问题，而激励体系则是贯穿始终的动力引擎。</a:t>
            </a:r>
          </a:p>
          <a:p>
            <a:endParaRPr lang="zh-CN" dirty="0"/>
          </a:p>
          <a:p>
            <a:r>
              <a:rPr lang="zh-CN" dirty="0"/>
              <a:t>要点：(1) 六大模块相互支撑形成闭环 (2) 人、资源、执行、动力四维一体 (3) 成熟自建电销职场实战经验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让我详细展开一下坐席分级管理的核心机制。</a:t>
            </a:r>
          </a:p>
          <a:p>
            <a:endParaRPr lang="zh-CN" dirty="0"/>
          </a:p>
          <a:p>
            <a:r>
              <a:rPr lang="zh-CN" dirty="0"/>
              <a:t>ABC分级竞争机制有三个核心原则：第一是同等级竞争，C级不能越级和A级竞争，保证低能力坐席的竞争信心；第二是清晰的晋升路径，C打赢C级可升B级，B打赢B级可升A级；第三是名单量差异化，A级比C级多15条，额外奖励给能力突出的批次。</a:t>
            </a:r>
          </a:p>
          <a:p>
            <a:endParaRPr lang="zh-CN" dirty="0"/>
          </a:p>
          <a:p>
            <a:r>
              <a:rPr lang="zh-CN" dirty="0"/>
              <a:t>[停顿] 但这里有一个重要的失败教训需要分享。我们曾参照王者荣耀段位给坐席分级，刚开始效果很好，坐席会主动加班冲业绩。但问题是分级后直接对应固定名单额度，低段位坐席会认为自己永远升不上去，产生不公平感，慢慢产生倦怠，效果逐渐下滑。</a:t>
            </a:r>
          </a:p>
          <a:p>
            <a:endParaRPr lang="zh-CN" dirty="0"/>
          </a:p>
          <a:p>
            <a:r>
              <a:rPr lang="zh-CN" dirty="0"/>
              <a:t>要点：(1) 同等级竞争保证公平感 (2) 清晰晋升路径维持动力 (3) 固定名单额度导致"阶层固化"是失败核心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接下来讲一下日周维度的即时激励方案。</a:t>
            </a:r>
          </a:p>
          <a:p>
            <a:endParaRPr lang="zh-CN" dirty="0"/>
          </a:p>
          <a:p>
            <a:r>
              <a:rPr lang="zh-CN" dirty="0"/>
              <a:t>日维度分为三个时段：上午开出2单可抽一次16到88元不等的红包，下午开出3单、6单各可再抽一次。周维度在大盘人均不到2单的周期，周开12单即可抽一次50到300元不等的奖品，抽到直接现场拿走。</a:t>
            </a:r>
          </a:p>
          <a:p>
            <a:endParaRPr lang="zh-CN" dirty="0"/>
          </a:p>
          <a:p>
            <a:r>
              <a:rPr lang="zh-CN" dirty="0"/>
              <a:t>[数据] 这种即时正向反馈能显著提升员工内驱力。但关键是不要天天做激励，一般放在月头第一周、月尾做，带动整体开单节奏即可。频繁做会降低激励价值。另外，团队PK活动比发一百块现金更有效——输的一方需要表演节目、给赢方买水、鞠躬，靠活动刺激性调动情绪。</a:t>
            </a:r>
          </a:p>
          <a:p>
            <a:endParaRPr lang="zh-CN" dirty="0"/>
          </a:p>
          <a:p>
            <a:r>
              <a:rPr lang="zh-CN" dirty="0"/>
              <a:t>要点：(1) 分时段即时激励 (2) 控制频率避免价值稀释 (3) 团队PK比现金更有效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名单是电销的核心资源，精细化管控至关重要。</a:t>
            </a:r>
          </a:p>
          <a:p>
            <a:endParaRPr lang="zh-CN" dirty="0"/>
          </a:p>
          <a:p>
            <a:r>
              <a:rPr lang="zh-CN" dirty="0"/>
              <a:t>名单全生命周期管理包括六个关键环节：新名单静置2-3天不动用，给名单"冷静期"；单名单拨打频次控制在40次以内，超频停止拨打；18:30-19:30是一天中接通率第二高的黄金时段，全部用来拨打新名单；每周一全量回收所有坐席手中的名单，请假就直接清零；给客户分ABCD标签，优先A级优质客户；5万额度以上的高转化名单，优先分配给态度、能力、结果指标都最优的坐席。</a:t>
            </a:r>
          </a:p>
          <a:p>
            <a:endParaRPr lang="zh-CN" dirty="0"/>
          </a:p>
          <a:p>
            <a:r>
              <a:rPr lang="zh-CN" dirty="0"/>
              <a:t>[停顿] 这些规则的核心是：让名单资源不被闲置，让高价值资源匹配高能力坐席，最大化整体产出。</a:t>
            </a:r>
          </a:p>
          <a:p>
            <a:endParaRPr lang="zh-CN" dirty="0"/>
          </a:p>
          <a:p>
            <a:r>
              <a:rPr lang="zh-CN" dirty="0"/>
              <a:t>要点：(1) 名单静置、频次控制、黄金时段 (2) 周末回收、客户分级、高价值匹配 (3) 最大化名单资源产出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三会是执行落地的关键抓手，各有明确定位。</a:t>
            </a:r>
          </a:p>
          <a:p>
            <a:endParaRPr lang="zh-CN" dirty="0"/>
          </a:p>
          <a:p>
            <a:r>
              <a:rPr lang="zh-CN" dirty="0"/>
              <a:t>早会控制在15分钟以内，核心做三件事：复盘昨日业绩数据、拆解今日目标、明确今日关键动作。负面问题放在晚会上说，避免影响当天状态，不安排培训，只做结果对齐和打鸡血。</a:t>
            </a:r>
          </a:p>
          <a:p>
            <a:endParaRPr lang="zh-CN" dirty="0"/>
          </a:p>
          <a:p>
            <a:r>
              <a:rPr lang="zh-CN" dirty="0"/>
              <a:t>午会一般安排在午休结束后，控制在10分钟以内，核心是告知下午业绩缺口，做叫醒动作。要求全员站着开，帮助坐席快速进入工作状态，周五可增加小游戏环节提神。</a:t>
            </a:r>
          </a:p>
          <a:p>
            <a:endParaRPr lang="zh-CN" dirty="0"/>
          </a:p>
          <a:p>
            <a:r>
              <a:rPr lang="zh-CN" dirty="0"/>
              <a:t>晚会时间可以拉长，核心做复盘培训：逐一分析当天最高和最低业绩的原因，听录音做辅导，筛选次日名单、定明日目标，汇总所有坐席提出的问题，哪怕是基础问题也要逐个解决，不遗留问题到第二天。</a:t>
            </a:r>
          </a:p>
          <a:p>
            <a:endParaRPr lang="zh-CN" dirty="0"/>
          </a:p>
          <a:p>
            <a:r>
              <a:rPr lang="zh-CN" dirty="0"/>
              <a:t>要点：(1) 早会对齐目标、午会唤醒状态、晚会复盘培训 (2) 时间控制严格、各有定位 (3) 问题不过夜、闭环解决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接下来汇报一下本次认证的规则与结果。</a:t>
            </a:r>
          </a:p>
          <a:p>
            <a:endParaRPr lang="zh-CN" dirty="0"/>
          </a:p>
          <a:p>
            <a:r>
              <a:rPr lang="zh-CN" dirty="0"/>
              <a:t>评分规则是：四位评委打分，满分100分，80分以上视为认证通过。评分包含四个部分：清晰表达有自己观点占25分，内容完整贴合主题占25分，结构清晰可落地占50分。抓住底层逻辑、有延伸思考、落地可行性高、方案清晰可额外加分。</a:t>
            </a:r>
          </a:p>
          <a:p>
            <a:endParaRPr lang="zh-CN" dirty="0"/>
          </a:p>
          <a:p>
            <a:r>
              <a:rPr lang="zh-CN" dirty="0"/>
              <a:t>[数据] 认证结果非常理想：岐力以平均分91分获得第一名，汇讯以88分获得第二名，赛维斯以86分获得第三名。所有参会供应商均通过认证，现场颁发了认证证书和纪念礼品。</a:t>
            </a:r>
          </a:p>
          <a:p>
            <a:endParaRPr lang="zh-CN" dirty="0"/>
          </a:p>
          <a:p>
            <a:r>
              <a:rPr lang="zh-CN" dirty="0"/>
              <a:t>要点：(1) 评分规则清晰 (2) 所有供应商均通过认证 (3) 岐力91分第一、汇讯88分第二、赛维斯86分第三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岐力作为本次认证的第一名，制定了详细的标准化落地三阶段方案。</a:t>
            </a:r>
          </a:p>
          <a:p>
            <a:endParaRPr lang="zh-CN" dirty="0"/>
          </a:p>
          <a:p>
            <a:r>
              <a:rPr lang="zh-CN" dirty="0"/>
              <a:t>第一阶段是建立初步认知，管控准入端，执行话术模式表和人员画像要求，采用新人新办法老人老办法。目标是将新员工手动流数据降低50%，让管理层养成每日数据查看习惯。</a:t>
            </a:r>
          </a:p>
          <a:p>
            <a:endParaRPr lang="zh-CN" dirty="0"/>
          </a:p>
          <a:p>
            <a:r>
              <a:rPr lang="zh-CN" dirty="0"/>
              <a:t>第二阶段用2-3个月做培优，覆盖25%-40%员工，用标准化制度管理，打造核心团队，安排专项预算支持。给存量30%潜力员工倾斜资源，选拔核心团队。</a:t>
            </a:r>
          </a:p>
          <a:p>
            <a:endParaRPr lang="zh-CN" dirty="0"/>
          </a:p>
          <a:p>
            <a:r>
              <a:rPr lang="zh-CN" dirty="0"/>
              <a:t>第三阶段将验证成熟的管理制度、工具迭代后推广到全项目，实现全团队标准化。保障措施是已经启动专项小组，由组织发展部和合规部牵头，分阶段由不同部门牵头推进，所有任务绑定绩效考核。</a:t>
            </a:r>
          </a:p>
          <a:p>
            <a:endParaRPr lang="zh-CN" dirty="0"/>
          </a:p>
          <a:p>
            <a:r>
              <a:rPr lang="zh-CN" dirty="0"/>
              <a:t>要点：(1) 分阶段推进：认知→培优→推广 (2) 专项小组保障、绩效考核绑定 (3) 新员工手动流数据降低50%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汇讯在管理工具方面有很深的积累，同时也识别出了待补充的部分。</a:t>
            </a:r>
          </a:p>
          <a:p>
            <a:endParaRPr lang="zh-CN" dirty="0"/>
          </a:p>
          <a:p>
            <a:r>
              <a:rPr lang="zh-CN" dirty="0"/>
              <a:t>现有工具已经落地了BI看板和WPS智能看板，可实现多维度、分周期、分组到人数据追踪，且能和钉钉绑定定时推送。回去后计划补充现场大屏实时展示。</a:t>
            </a:r>
          </a:p>
          <a:p>
            <a:endParaRPr lang="zh-CN" dirty="0"/>
          </a:p>
          <a:p>
            <a:r>
              <a:rPr lang="zh-CN" dirty="0"/>
              <a:t>但同时也识别出了四个待补充的管理工具：夕会问题记录表，确保每日问题闭环解决；新人30天成长记录表，追踪新人培训进度；60秒非有效名单回收流程，提升坐席名单使用效率；标准化质检流程，第一时间同步问题解决方案。</a:t>
            </a:r>
          </a:p>
          <a:p>
            <a:endParaRPr lang="zh-CN" dirty="0"/>
          </a:p>
          <a:p>
            <a:r>
              <a:rPr lang="zh-CN" dirty="0"/>
              <a:t>[停顿] 汇讯还提出了几个管理问题：招聘目前由人力部门做面试、业务部门做培训，在人力需求大的背景下，探讨项目经理和主管是否需要直接参与面试；需要主办方分享最优标准化带教流程；提议参会职场共建共享话术库，由罗明老师审核后统一更新。</a:t>
            </a:r>
          </a:p>
          <a:p>
            <a:endParaRPr lang="zh-CN" dirty="0"/>
          </a:p>
          <a:p>
            <a:r>
              <a:rPr lang="zh-CN" dirty="0"/>
              <a:t>要点：(1) 已落地BI+WPS看板 (2) 待补充4个管理工具 (3) 提出3个管理问题需要探讨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其他各家供应商也都有各自的收获和改进重点。</a:t>
            </a:r>
          </a:p>
          <a:p>
            <a:endParaRPr lang="zh-CN" dirty="0"/>
          </a:p>
          <a:p>
            <a:r>
              <a:rPr lang="zh-CN" dirty="0"/>
              <a:t>岐力的核心收获是分模块改进方案，三阶段落地计划，专项小组保障。汇讯是管理工具复盘，标准化流程补充。赛维斯是人员管理优化，激励体系完善，ABC梯队建设。</a:t>
            </a:r>
          </a:p>
          <a:p>
            <a:endParaRPr lang="zh-CN" dirty="0"/>
          </a:p>
          <a:p>
            <a:r>
              <a:rPr lang="zh-CN" dirty="0"/>
              <a:t>华啸的核心收获是新人培育方案，30天60天新人成长计划，名产分层精细化，客户ABCD标签。广达是招聘环节调整，从挖有经验从业者转为招聘服从性强、执行力强的人员，师徒带教优化为二对一模式，补充带教后的复盘闭环环节。瀚锐是零后团队激活，推广晨会话术接龙解决老人不愿学习的问题，话术迭代改为让坐席自己总结分享。</a:t>
            </a:r>
          </a:p>
          <a:p>
            <a:endParaRPr lang="zh-CN" dirty="0"/>
          </a:p>
          <a:p>
            <a:r>
              <a:rPr lang="zh-CN" dirty="0"/>
              <a:t>要点：(1) 岐力、汇讯、赛维斯位列前三 (2) 各供应商差异化收获明显 (3) 均制定了可落地的改进方案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基于各供应商的收获，我们制定了统一的三个月推进计划。</a:t>
            </a:r>
          </a:p>
          <a:p>
            <a:endParaRPr lang="zh-CN" dirty="0"/>
          </a:p>
          <a:p>
            <a:r>
              <a:rPr lang="zh-CN" dirty="0"/>
              <a:t>第一个月是基础搭建：完成名产梳理打标，搭建标准化SOP和话术库框架，建立数据体系和评估标准。核心目标是完成基础数据梳理，建立标准化框架。</a:t>
            </a:r>
          </a:p>
          <a:p>
            <a:endParaRPr lang="zh-CN" dirty="0"/>
          </a:p>
          <a:p>
            <a:r>
              <a:rPr lang="zh-CN" dirty="0"/>
              <a:t>第二个月是落地执行：落地执行新流程，新人团队全面执行新标准，老团队逐步推进可落地的措施。核心目标是新团队全面执行，老团队逐步跟进。</a:t>
            </a:r>
          </a:p>
          <a:p>
            <a:endParaRPr lang="zh-CN" dirty="0"/>
          </a:p>
          <a:p>
            <a:r>
              <a:rPr lang="zh-CN" dirty="0"/>
              <a:t>第三个月是复盘优化：建立复盘机制，完成试点验证，用新成果倒逼老团队改变。核心目标是验证效果形成闭环，全面推广准备就绪。</a:t>
            </a:r>
          </a:p>
          <a:p>
            <a:endParaRPr lang="zh-CN" dirty="0"/>
          </a:p>
          <a:p>
            <a:r>
              <a:rPr lang="zh-CN" dirty="0"/>
              <a:t>要点：(1) 第一个月：基础搭建 (2) 第二个月：落地执行 (3) 第三个月：复盘优化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为了确保标准化运营落地效果，我们制定了六个关键量化指标。</a:t>
            </a:r>
          </a:p>
          <a:p>
            <a:endParaRPr lang="zh-CN" dirty="0"/>
          </a:p>
          <a:p>
            <a:r>
              <a:rPr lang="zh-CN" dirty="0"/>
              <a:t>人员管理方面，ABC梯队建设覆盖率要达到100%。激励体系方面，日周月分层激励参与率要大于80%。数据驱动方面，每日数据查看执行率要达到100%。</a:t>
            </a:r>
          </a:p>
          <a:p>
            <a:endParaRPr lang="zh-CN" dirty="0"/>
          </a:p>
          <a:p>
            <a:r>
              <a:rPr lang="zh-CN" dirty="0"/>
              <a:t>话术迭代方面，月度话术更新及时率要达到100%。三会执行方面，早会午会晚会达标率要大于95%。名单效率方面，名单利用率要提升大于30%。</a:t>
            </a:r>
          </a:p>
          <a:p>
            <a:endParaRPr lang="zh-CN" dirty="0"/>
          </a:p>
          <a:p>
            <a:r>
              <a:rPr lang="zh-CN" dirty="0"/>
              <a:t>[数据] 以上指标为标准化运营落地的关键成功要素，需定期追踪、公开公示、与绩效挂钩。只有通过可量化的指标体系，才能确保标准化运营落地效果可追踪、可验证。</a:t>
            </a:r>
          </a:p>
          <a:p>
            <a:endParaRPr lang="zh-CN" dirty="0"/>
          </a:p>
          <a:p>
            <a:r>
              <a:rPr lang="zh-CN" dirty="0"/>
              <a:t>要点：(1) 6个关键量化指标 (2) 定期追踪、公开公示、与绩效挂钩 (3) 确保落地效果可追踪、可验证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最后，让我总结一下本次认证会的核心成果。</a:t>
            </a:r>
          </a:p>
          <a:p>
            <a:endParaRPr lang="zh-CN" dirty="0"/>
          </a:p>
          <a:p>
            <a:r>
              <a:rPr lang="zh-CN" dirty="0"/>
              <a:t>所有参会供应商均通过认证，大家都找到了自身差距，结合自身情况制定了差异化落地方案，明确了后续落地推进方向。BPO联盟未来会持续开放共享，携手推进京东项目发展，提升整体产能和运营效率。</a:t>
            </a:r>
          </a:p>
          <a:p>
            <a:endParaRPr lang="zh-CN" dirty="0"/>
          </a:p>
          <a:p>
            <a:r>
              <a:rPr lang="zh-CN" dirty="0"/>
              <a:t>[停顿] 标准化运营不是一蹴而就的，需要持续的努力和改进。但我们相信，通过联盟的协同合作，通过各供应商的落地实践，我们一定能够实现产能的持续提升，实现供应商与甲方的双赢。</a:t>
            </a:r>
          </a:p>
          <a:p>
            <a:endParaRPr lang="zh-CN" dirty="0"/>
          </a:p>
          <a:p>
            <a:r>
              <a:rPr lang="zh-CN" dirty="0"/>
              <a:t>要点：(1) 所有供应商通过认证 (2) 差异化落地方案已制定 (3) 联盟持续开放共享、携手推进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