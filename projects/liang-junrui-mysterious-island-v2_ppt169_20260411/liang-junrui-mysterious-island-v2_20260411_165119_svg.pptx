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大家好！我是六年级12班的梁峻睿。今天我要给二年级的小朋友们推荐一本超级好看的书，叫《神秘岛》。这是一本冒险小说，保证你看完第一页就不想停下来！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本书的作者叫儒勒·凡尔纳，是法国人。他被称为"科幻小说之父"，写了好多好多有趣的冒险故事。《神秘岛》讲的是一句话——五个遇难的人，飘到了一座荒岛上，什么都没有，但他们用双手建起了家园！是不是听起来就很刺激？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故事是怎么开始的呢？有一场大风暴，五个人乘坐的热气球被狂风吹到了海上。然后他们被冲上了一座荒岛。岛上什么都没有——没有食物、没有房子、也没有人来接他们。但是他们没有害怕，他们说："我们一起努力！"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让我给你们介绍一下岛上的英雄们。第一位是史密斯工程师，他是聪明的大脑，什么都知道，是团队的领导者。第二位是小托普，他是一个勇敢的小男孩，和你们差不多大哦！第三位是记者史佩莱，他会讲好多故事。第四位是水手潘克洛夫，他是动手达人，什么都会做。第五位是黑人纳布，他是厨艺大师，最忠诚。最后还有艾尔通，他是后来加入的伙伴，迷途知返了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他们在岛上做了什么呢？第一步，搭帐篷——用树枝和帆布搭了一个临时小家。第二步，找食物——打猎、种庄稼，还驯养了动物。第三步，造房子——用石头和泥土建了坚固的住所，不怕风雨了。第四步，造大船——他们有了砖窑、电报，还造了一艘船！是不是太厉害了？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书里有很多让你尖叫的情节！岛上突然来了一个神秘人，他是谁？从哪里来？为什么一直不说话……好神秘！他们还有一只忠诚的狗叫托普，救了主人的命！更大的秘密是——尼摩船长出现了！原来这个荒岛上藏着更多的秘密。想知道发生了什么吗？快去读书吧！我不剧透太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读完这本书，我学到了三件事。第一，学会勇敢——遇到困难不放弃，害怕是正常的，但不能被害怕打败！第二，团结力量大——五个人一起才能成功，每个人都有不同的本领。第三，知识就是力量——工程师的知识救了所有人，所以学好本领，将来也能帮助自己和别人！现在我想问大家一个问题：如果你也到了荒岛上，你最想带什么？可以举手回答哦！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谢谢大家听我分享！你们也想登上神秘岛吗？快去读《神秘岛》吧！好书就是——看完还想再看一遍！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sv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sv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sv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4.sv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5.sv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6.sv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7.sv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8.svg"/>
  <Relationship Id="rId3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VG 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