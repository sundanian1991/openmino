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刘乾坤人物深度分析报告，v10.2版本，年老师于2026年3月19日建档。本报告从权力框架、行为模式、应对策略三个维度进行系统分析，帮助理解他的行为逻辑并找到有效的应对方式。</a:t>
            </a:r>
          </a:p>
          <a:p>
            <a:endParaRPr lang="zh-CN" dirty="0"/>
          </a:p>
          <a:p>
            <a:r>
              <a:rPr lang="zh-CN" dirty="0"/>
              <a:t>这份档案不是简单的观察记录，而是经过一个多月持续追踪、24条案例验证的系统性分析。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刘乾坤的核心定位：高压管理型业管，擅长立规矩加三要素法，对上表演、对下施压、信息管控。</a:t>
            </a:r>
          </a:p>
          <a:p>
            <a:endParaRPr lang="zh-CN" dirty="0"/>
          </a:p>
          <a:p>
            <a:r>
              <a:rPr lang="zh-CN" dirty="0"/>
              <a:t>他的所有行为都围绕三个核心诉求展开：</a:t>
            </a:r>
          </a:p>
          <a:p>
            <a:r>
              <a:rPr lang="zh-CN" dirty="0"/>
              <a:t>• 控制权：刚接手新业务时，通过立规矩、阻断信息、责任下放来建立"我在管"的信号。这是他首要的需求，秩序是他安全感的基础。</a:t>
            </a:r>
          </a:p>
          <a:p>
            <a:r>
              <a:rPr lang="zh-CN" dirty="0"/>
              <a:t>• 展示权：最在意的是"老板知不知道我在解决"。群内表演、打鸡血、CC上级，观众从来不是平级而是上级。</a:t>
            </a:r>
          </a:p>
          <a:p>
            <a:r>
              <a:rPr lang="zh-CN" dirty="0"/>
              <a:t>• 安全感：怕被替代，所以要让别人依赖自己。信息管控就是掌控不可替代性。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三个核心诉求缺一不可：</a:t>
            </a:r>
          </a:p>
          <a:p>
            <a:endParaRPr lang="zh-CN" dirty="0"/>
          </a:p>
          <a:p>
            <a:r>
              <a:rPr lang="zh-CN" dirty="0"/>
              <a:t>控制权是他的第一需求。刚接管业务时频繁宣布新规则，强调"按规则办事"。典型动作包括立规矩、阻断信息、责任下放。动机是刚接手需要建立"我在管"的信号。应对方式是确认规则的合理性，不盲目接受所有规则。</a:t>
            </a:r>
          </a:p>
          <a:p>
            <a:endParaRPr lang="zh-CN" dirty="0"/>
          </a:p>
          <a:p>
            <a:r>
              <a:rPr lang="zh-CN" dirty="0"/>
              <a:t>展示权是他最在意的部分。群聊中高频@上级，汇报"进展"，语气偏向"我在推动解决"。表演给上级看，不是给平级看。应对方式是不抢戏，专注自身边界。</a:t>
            </a:r>
          </a:p>
          <a:p>
            <a:endParaRPr lang="zh-CN" dirty="0"/>
          </a:p>
          <a:p>
            <a:r>
              <a:rPr lang="zh-CN" dirty="0"/>
              <a:t>安全感是他最底层的恐惧。阻断他与上级的直接沟通时会触发，"别找供应商，我来对接"。应对方式是建立独立渠道，不依赖他拿数据。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五种权力来源，从底层规则到表层施压，层层递进：</a:t>
            </a:r>
          </a:p>
          <a:p>
            <a:endParaRPr lang="zh-CN" dirty="0"/>
          </a:p>
          <a:p>
            <a:r>
              <a:rPr lang="zh-CN" dirty="0"/>
              <a:t>规则权是最顶层的权力。立规矩、机制先行，让后续管理变成"按规则办事"而非"个人施压"。应对方式是确认规则合理性，不盲目接受。</a:t>
            </a:r>
          </a:p>
          <a:p>
            <a:endParaRPr lang="zh-CN" dirty="0"/>
          </a:p>
          <a:p>
            <a:r>
              <a:rPr lang="zh-CN" dirty="0"/>
              <a:t>信息权控制信息流动。两头堵、阻断信息，让对手只能依赖自己获取数据。应对方式是建立独立渠道，"我需要一线真实反馈"。</a:t>
            </a:r>
          </a:p>
          <a:p>
            <a:endParaRPr lang="zh-CN" dirty="0"/>
          </a:p>
          <a:p>
            <a:r>
              <a:rPr lang="zh-CN" dirty="0"/>
              <a:t>关系权用关系绑定利益。拉拢圈人、人情债管理，主动帮助建立人情。应对方式是接受但不欠人情，区分工作与私交。</a:t>
            </a:r>
          </a:p>
          <a:p>
            <a:endParaRPr lang="zh-CN" dirty="0"/>
          </a:p>
          <a:p>
            <a:r>
              <a:rPr lang="zh-CN" dirty="0"/>
              <a:t>注意权刷存在感给上级看。群内表演、打鸡血，消息多发在有上级的群。应对方式是不抢戏，专注自身边界。</a:t>
            </a:r>
          </a:p>
          <a:p>
            <a:endParaRPr lang="zh-CN" dirty="0"/>
          </a:p>
          <a:p>
            <a:r>
              <a:rPr lang="zh-CN" dirty="0"/>
              <a:t>施压权是最底层的权力。公开锁定、高压管理，制造回复压力。应对方式是反问回去，不接任务。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18种模式按权力来源分组，风险等级用颜色区分：</a:t>
            </a:r>
          </a:p>
          <a:p>
            <a:endParaRPr lang="zh-CN" dirty="0"/>
          </a:p>
          <a:p>
            <a:r>
              <a:rPr lang="zh-CN" dirty="0"/>
              <a:t>规则权：立规矩——这是最值得学习的手法，先定规则后办事。</a:t>
            </a:r>
          </a:p>
          <a:p>
            <a:endParaRPr lang="zh-CN" dirty="0"/>
          </a:p>
          <a:p>
            <a:r>
              <a:rPr lang="zh-CN" dirty="0"/>
              <a:t>信息权和关系权：两头堵是高危险手法，阻断信息渠道；拉拢圈人和人情债管理是施压手法，主动让利换取配合。</a:t>
            </a:r>
          </a:p>
          <a:p>
            <a:endParaRPr lang="zh-CN" dirty="0"/>
          </a:p>
          <a:p>
            <a:r>
              <a:rPr lang="zh-CN" dirty="0"/>
              <a:t>注意权和施压权：这是最密集的区域。群内表演、任务下放加CC展示是施压手法；公开锁定、高压管理、追责转嫁、加压链都是高危险手法。</a:t>
            </a:r>
          </a:p>
          <a:p>
            <a:endParaRPr lang="zh-CN" dirty="0"/>
          </a:p>
          <a:p>
            <a:r>
              <a:rPr lang="zh-CN" dirty="0"/>
              <a:t>组合拳：抛问题、正面对冲、借力打力是中性手法；群聊闹事、选择性攻击是高危险手法；质疑数据降温、挖人试探、镜像过敏是中性手法。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刘乾坤的关系网络清晰反映他的权力策略：</a:t>
            </a:r>
          </a:p>
          <a:p>
            <a:endParaRPr lang="zh-CN" dirty="0"/>
          </a:p>
          <a:p>
            <a:r>
              <a:rPr lang="zh-CN" dirty="0"/>
              <a:t>同盟：郭鑫（前同事）——"用你的嘴，出我的力"；马贵贤（前同事）——"你的工作，我的成果"。通过前同事建立同盟网络。</a:t>
            </a:r>
          </a:p>
          <a:p>
            <a:endParaRPr lang="zh-CN" dirty="0"/>
          </a:p>
          <a:p>
            <a:r>
              <a:rPr lang="zh-CN" dirty="0"/>
              <a:t>上级：王易人（服务组负责人）是主要的CC对象，所有表演最终观众是他。刘伟佳（策略组负责人）是师承关系，刘乾坤学的是"形"，刘伟佳掌握的是"神"。</a:t>
            </a:r>
          </a:p>
          <a:p>
            <a:endParaRPr lang="zh-CN" dirty="0"/>
          </a:p>
          <a:p>
            <a:r>
              <a:rPr lang="zh-CN" dirty="0"/>
              <a:t>配合：年老师——"兄弟"称呼加拉拢，试图建立人情债。年老师的策略是接受但不欠人情，合作但不依赖。</a:t>
            </a:r>
          </a:p>
          <a:p>
            <a:endParaRPr lang="zh-CN" dirty="0"/>
          </a:p>
          <a:p>
            <a:r>
              <a:rPr lang="zh-CN" dirty="0"/>
              <a:t>下属：张世跃（实习生）——任务下放加功劳上报；供应商——利益驱动加责任下放。</a:t>
            </a:r>
          </a:p>
          <a:p>
            <a:endParaRPr lang="zh-CN" dirty="0"/>
          </a:p>
          <a:p>
            <a:r>
              <a:rPr lang="zh-CN" dirty="0"/>
              <a:t>对手：李吉斌（前任）——公开质疑加双重标准，刚接手就甩锅。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四种驱动方式，让供应商自己动起来：</a:t>
            </a:r>
          </a:p>
          <a:p>
            <a:endParaRPr lang="zh-CN" dirty="0"/>
          </a:p>
          <a:p>
            <a:r>
              <a:rPr lang="zh-CN" dirty="0"/>
              <a:t>质问式：核心话术"汰换机制是什么？"直接提问，让供应商解释问题，制造"必须回答"的压力。可学之处在于精准提问，不给模糊空间。</a:t>
            </a:r>
          </a:p>
          <a:p>
            <a:endParaRPr lang="zh-CN" dirty="0"/>
          </a:p>
          <a:p>
            <a:r>
              <a:rPr lang="zh-CN" dirty="0"/>
              <a:t>驱动式：核心话术"3.4亿才有奖金"。用利益让供应商自己急，"为自己干"不是"为我干"。利益绑定比命令更有效。</a:t>
            </a:r>
          </a:p>
          <a:p>
            <a:endParaRPr lang="zh-CN" dirty="0"/>
          </a:p>
          <a:p>
            <a:r>
              <a:rPr lang="zh-CN" dirty="0"/>
              <a:t>要求式：核心话术"本月人力计划、周度计划"。要求具体计划，不模糊，明确时间节点和交付物。要求要具体可考核。</a:t>
            </a:r>
          </a:p>
          <a:p>
            <a:endParaRPr lang="zh-CN" dirty="0"/>
          </a:p>
          <a:p>
            <a:r>
              <a:rPr lang="zh-CN" dirty="0"/>
              <a:t>改进式（最值得学习）：三要素法——原因加提升目标加举措。让供应商自己承诺，完不成有把柄。这是刘乾坤最成熟的管理手法。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四步建立管理基础：</a:t>
            </a:r>
          </a:p>
          <a:p>
            <a:endParaRPr lang="zh-CN" dirty="0"/>
          </a:p>
          <a:p>
            <a:r>
              <a:rPr lang="zh-CN" dirty="0"/>
              <a:t>第一步 立规矩：刚接手宣布7条规则——30分钟回复、10点报出勤、昵称格式规范、数据日报格式、群内沟通规范。目的：后续是"按规则办事"。</a:t>
            </a:r>
          </a:p>
          <a:p>
            <a:endParaRPr lang="zh-CN" dirty="0"/>
          </a:p>
          <a:p>
            <a:r>
              <a:rPr lang="zh-CN" dirty="0"/>
              <a:t>第二步 数据切入：摆数据不出结论，让别人背锅。5分钟连发两条数据，精确到小数点，责任完美分散，自己居功。</a:t>
            </a:r>
          </a:p>
          <a:p>
            <a:endParaRPr lang="zh-CN" dirty="0"/>
          </a:p>
          <a:p>
            <a:r>
              <a:rPr lang="zh-CN" dirty="0"/>
              <a:t>第三步 公开锁定：群里@具体人，所有人看着不得不接。不私聊，公开@，制造回复压力，连环追加施压。</a:t>
            </a:r>
          </a:p>
          <a:p>
            <a:endParaRPr lang="zh-CN" dirty="0"/>
          </a:p>
          <a:p>
            <a:r>
              <a:rPr lang="zh-CN" dirty="0"/>
              <a:t>第四步 建立预期：按规则办事的形象确立，后续引用初始规则，持续执行。</a:t>
            </a:r>
          </a:p>
          <a:p>
            <a:endParaRPr lang="zh-CN" dirty="0"/>
          </a:p>
          <a:p>
            <a:r>
              <a:rPr lang="zh-CN" dirty="0"/>
              <a:t>高明之处：后续所有管理行为都是"执行既定规则"，不是"个人施压"。规则一旦建立，管理就变成"按章办事"而非"个人意志"。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核心原则四条：</a:t>
            </a:r>
          </a:p>
          <a:p>
            <a:endParaRPr lang="zh-CN" dirty="0"/>
          </a:p>
          <a:p>
            <a:r>
              <a:rPr lang="zh-CN" dirty="0"/>
              <a:t>1. 不主动背锅：刘乾坤的问题直接传递，不接"帮我看下"</a:t>
            </a:r>
          </a:p>
          <a:p>
            <a:r>
              <a:rPr lang="zh-CN" dirty="0"/>
              <a:t>2. 边界清晰：周末不接@，工作日按流程</a:t>
            </a:r>
          </a:p>
          <a:p>
            <a:r>
              <a:rPr lang="zh-CN" dirty="0"/>
              <a:t>3. 信息独立：建立独立渠道，不依赖他拿数据</a:t>
            </a:r>
          </a:p>
          <a:p>
            <a:r>
              <a:rPr lang="zh-CN" dirty="0"/>
              <a:t>4. 学习技巧：立规矩、三要素法、数据说话</a:t>
            </a:r>
          </a:p>
          <a:p>
            <a:endParaRPr lang="zh-CN" dirty="0"/>
          </a:p>
          <a:p>
            <a:r>
              <a:rPr lang="zh-CN" dirty="0"/>
              <a:t>话术对照：</a:t>
            </a:r>
          </a:p>
          <a:p>
            <a:r>
              <a:rPr lang="zh-CN" dirty="0"/>
              <a:t>• "帮我看下，我该如何解答" → "你的想法是什么？我先听你的"——不接任务，反问回去</a:t>
            </a:r>
          </a:p>
          <a:p>
            <a:r>
              <a:rPr lang="zh-CN" dirty="0"/>
              <a:t>• 周末@处理供应商问题 → "收到，周一处理"——边界清晰，不解释</a:t>
            </a:r>
          </a:p>
          <a:p>
            <a:r>
              <a:rPr lang="zh-CN" dirty="0"/>
              <a:t>• "别找供应商，他们不如我们清楚" → "理解，但我需要一线真实反馈"——建立独立渠道</a:t>
            </a:r>
          </a:p>
          <a:p>
            <a:r>
              <a:rPr lang="zh-CN" dirty="0"/>
              <a:t>• "辛苦兄弟多费心" → "8个供应商，担心盯不细"——示弱加边界，刘乾坤会退让</a:t>
            </a:r>
          </a:p>
          <a:p>
            <a:r>
              <a:rPr lang="zh-CN" dirty="0"/>
              <a:t>• 危机渲染加责任锁定 → 事实压危机、锁定卡点、踢球给方案——用专业语言说话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四种核心技巧值得学习：</a:t>
            </a:r>
          </a:p>
          <a:p>
            <a:endParaRPr lang="zh-CN" dirty="0"/>
          </a:p>
          <a:p>
            <a:r>
              <a:rPr lang="zh-CN" dirty="0"/>
              <a:t>立规矩：先定规则后办事，后续是"执行既定规则"。适用场景是接手新业务、管理新团队。规则越具体越好，可考核可追溯。</a:t>
            </a:r>
          </a:p>
          <a:p>
            <a:endParaRPr lang="zh-CN" dirty="0"/>
          </a:p>
          <a:p>
            <a:r>
              <a:rPr lang="zh-CN" dirty="0"/>
              <a:t>三要素法：问题→原因+目标+举措，让别人承诺。适用场景是供应商管理、推动执行。让对方承诺比直接给方案更有约束力。</a:t>
            </a:r>
          </a:p>
          <a:p>
            <a:endParaRPr lang="zh-CN" dirty="0"/>
          </a:p>
          <a:p>
            <a:r>
              <a:rPr lang="zh-CN" dirty="0"/>
              <a:t>数据说话：精确数据展示加公开施压。适用场景是汇报、驱动、施压。数据是最好的武器，比任何道理都有力。</a:t>
            </a:r>
          </a:p>
          <a:p>
            <a:endParaRPr lang="zh-CN" dirty="0"/>
          </a:p>
          <a:p>
            <a:r>
              <a:rPr lang="zh-CN" dirty="0"/>
              <a:t>机制先行：先建机制再谈业务。适用场景是建立长期管理体系。让供应商自己建系统，干不好有把柄。</a:t>
            </a:r>
          </a:p>
          <a:p>
            <a:endParaRPr lang="zh-CN" dirty="0"/>
          </a:p>
          <a:p>
            <a:r>
              <a:rPr lang="zh-CN" dirty="0"/>
              <a:t>核心差异：</a:t>
            </a:r>
          </a:p>
          <a:p>
            <a:r>
              <a:rPr lang="zh-CN" dirty="0"/>
              <a:t>• 刘乾坤：摆问题→施压→让供应商自己想办法</a:t>
            </a:r>
          </a:p>
          <a:p>
            <a:r>
              <a:rPr lang="zh-CN" dirty="0"/>
              <a:t>• 年老师：摆问题→提要求→给支持→让供应商自己想办法→长期合作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三个争议事件暴露他的真实性格：</a:t>
            </a:r>
          </a:p>
          <a:p>
            <a:endParaRPr lang="zh-CN" dirty="0"/>
          </a:p>
          <a:p>
            <a:r>
              <a:rPr lang="zh-CN" dirty="0"/>
              <a:t>双重标准（03-25）：自己违规推动供应商拿钱被内审查过，反过来质疑李吉斌的激励方案。年老师感受："挺可怕的，真的不可交"。</a:t>
            </a:r>
          </a:p>
          <a:p>
            <a:endParaRPr lang="zh-CN" dirty="0"/>
          </a:p>
          <a:p>
            <a:r>
              <a:rPr lang="zh-CN" dirty="0"/>
              <a:t>公开攻击前任（03-25 深夜）：@李吉斌加CC上级，让前任在所有人面前难堪。刚接手就甩锅。李吉斌反击后刘乾坤软化退让——教训是面对强硬反击他会退让。</a:t>
            </a:r>
          </a:p>
          <a:p>
            <a:endParaRPr lang="zh-CN" dirty="0"/>
          </a:p>
          <a:p>
            <a:r>
              <a:rPr lang="zh-CN" dirty="0"/>
              <a:t>开门红带节奏（03-29）：群内密集同步激励问题，道德绑架"影响1400个制鞋工人"。选择性攻击：只攻击服务组，不攻击策略组。夸大其词：实际"不会出现批量离职"。教训是核实数据，不被情绪带节奏。</a:t>
            </a:r>
          </a:p>
          <a:p>
            <a:endParaRPr lang="zh-CN" dirty="0"/>
          </a:p>
          <a:p>
            <a:r>
              <a:rPr lang="zh-CN" dirty="0"/>
              <a:t>核心洞察：他对别人做的事，自己可能也在做。双重标准是最大破绽。面对事实反击和强硬态度，他会退让。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总结三句话：</a:t>
            </a:r>
          </a:p>
          <a:p>
            <a:endParaRPr lang="zh-CN" dirty="0"/>
          </a:p>
          <a:p>
            <a:r>
              <a:rPr lang="zh-CN" dirty="0"/>
              <a:t>他不是在管理，是在表演管理——最在意的是"老板知不知道我在解决"。</a:t>
            </a:r>
          </a:p>
          <a:p>
            <a:endParaRPr lang="zh-CN" dirty="0"/>
          </a:p>
          <a:p>
            <a:r>
              <a:rPr lang="zh-CN" dirty="0"/>
              <a:t>边界清晰是最好的防御——周末不接@，工作日按流程，信息独立。</a:t>
            </a:r>
          </a:p>
          <a:p>
            <a:endParaRPr lang="zh-CN" dirty="0"/>
          </a:p>
          <a:p>
            <a:r>
              <a:rPr lang="zh-CN" dirty="0"/>
              <a:t>取其精华，做温和但坚定的管理者——学立规矩、三要素法、数据说话；加上给支持、温和但坚决、长期合作的伙伴关系。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svg"/>
  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