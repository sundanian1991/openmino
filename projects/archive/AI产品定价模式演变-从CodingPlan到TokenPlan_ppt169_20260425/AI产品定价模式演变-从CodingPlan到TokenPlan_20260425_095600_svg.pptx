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大家好，今天我们来看一个正在发生的商业故事——国内AI大模型定价模式在不到两年的时间里，走完了电信行业20年的演进路径。</a:t>
            </a:r>
          </a:p>
          <a:p>
            <a:endParaRPr lang="zh-CN" dirty="0"/>
          </a:p>
          <a:p>
            <a:r>
              <a:rPr lang="zh-CN" dirty="0"/>
              <a:t>AI产品定价模式演变，从Coding Plan到Token Plan。这不是一次简单的改名，而是商业模式从"卖工具使用权"到"卖算力资源包"的根本升级。</a:t>
            </a:r>
          </a:p>
          <a:p>
            <a:endParaRPr lang="zh-CN" dirty="0"/>
          </a:p>
          <a:p>
            <a:r>
              <a:rPr lang="zh-CN" dirty="0"/>
              <a:t>[Pause]</a:t>
            </a:r>
          </a:p>
          <a:p>
            <a:endParaRPr lang="zh-CN" dirty="0"/>
          </a:p>
          <a:p>
            <a:r>
              <a:rPr lang="zh-CN" dirty="0"/>
              <a:t>要点：① 电信20年历史重演 ② 计量单位即定价权 ③ 核心结论先行</a:t>
            </a:r>
          </a:p>
          <a:p>
            <a:r>
              <a:rPr lang="zh-CN" dirty="0"/>
              <a:t>时长：1分钟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今天的分享分四个部分。</a:t>
            </a:r>
          </a:p>
          <a:p>
            <a:endParaRPr lang="zh-CN" dirty="0"/>
          </a:p>
          <a:p>
            <a:r>
              <a:rPr lang="zh-CN" dirty="0"/>
              <a:t>第一部分是事实层，看看发生了什么——时间线、定价对比、计量体系。第二部分是框架层，分析为什么这么演变——五力分析、三段式节奏。第三部分是洞察层，提炼五条可复用模式。最后对未来做四个趋势预判。</a:t>
            </a:r>
          </a:p>
          <a:p>
            <a:endParaRPr lang="zh-CN" dirty="0"/>
          </a:p>
          <a:p>
            <a:r>
              <a:rPr lang="zh-CN" dirty="0"/>
              <a:t>[Pause]</a:t>
            </a:r>
          </a:p>
          <a:p>
            <a:endParaRPr lang="zh-CN" dirty="0"/>
          </a:p>
          <a:p>
            <a:r>
              <a:rPr lang="zh-CN" dirty="0"/>
              <a:t>要点：① 事实→框架→洞察→预判 ② 层层递进的分析结构</a:t>
            </a:r>
          </a:p>
          <a:p>
            <a:r>
              <a:rPr lang="zh-CN" dirty="0"/>
              <a:t>时长：1分钟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先进入第一部分：发生了什么。</a:t>
            </a:r>
          </a:p>
          <a:p>
            <a:endParaRPr lang="zh-CN" dirty="0"/>
          </a:p>
          <a:p>
            <a:r>
              <a:rPr lang="zh-CN" dirty="0"/>
              <a:t>这两年定价模式的演变速度超乎想象。让我们沿着时间线看一看。</a:t>
            </a:r>
          </a:p>
          <a:p>
            <a:endParaRPr lang="zh-CN" dirty="0"/>
          </a:p>
          <a:p>
            <a:r>
              <a:rPr lang="zh-CN" dirty="0"/>
              <a:t>[Pause]</a:t>
            </a:r>
          </a:p>
          <a:p>
            <a:endParaRPr lang="zh-CN" dirty="0"/>
          </a:p>
          <a:p>
            <a:r>
              <a:rPr lang="zh-CN" dirty="0"/>
              <a:t>要点：① 时间跨度2024Q4到2026-04 ② 七阶段快速演进</a:t>
            </a:r>
          </a:p>
          <a:p>
            <a:r>
              <a:rPr lang="zh-CN" dirty="0"/>
              <a:t>时长：0.5分钟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这张时间线展示了两年的关键节点。</a:t>
            </a:r>
          </a:p>
          <a:p>
            <a:endParaRPr lang="zh-CN" dirty="0"/>
          </a:p>
          <a:p>
            <a:r>
              <a:rPr lang="zh-CN" dirty="0"/>
              <a:t>起点是2024年四季度，DeepSeek带头降价，百万Token从几十元降到几毛钱。到2025年四季度，智谱率先推出Coding Plan，从按量付费转向固定月费订阅。中间经历了补贴收紧、Kimi切换Token计量。</a:t>
            </a:r>
          </a:p>
          <a:p>
            <a:endParaRPr lang="zh-CN" dirty="0"/>
          </a:p>
          <a:p>
            <a:r>
              <a:rPr lang="zh-CN" dirty="0"/>
              <a:t>转折点是2026年2月——OpenClaw在GitHub上拿到355K stars，Agent自动循环调用让Token消耗增长6到10倍。这直接催热了Coding Plan需求，也暴露了"不限量"模式的不可持续性。</a:t>
            </a:r>
          </a:p>
          <a:p>
            <a:endParaRPr lang="zh-CN" dirty="0"/>
          </a:p>
          <a:p>
            <a:r>
              <a:rPr lang="zh-CN" dirty="0"/>
              <a:t>随后，MiniMax将"Coding Plan"正式更名为"Token Plan"，腾讯最后入局。到了4月，阿里上线企业版Token Plan，小米以极低价入局。同时Anthropic从标准订阅中移除了OpenClaw访问——成本撑不住了。</a:t>
            </a:r>
          </a:p>
          <a:p>
            <a:endParaRPr lang="zh-CN" dirty="0"/>
          </a:p>
          <a:p>
            <a:r>
              <a:rPr lang="zh-CN" dirty="0"/>
              <a:t>[Pause]</a:t>
            </a:r>
          </a:p>
          <a:p>
            <a:endParaRPr lang="zh-CN" dirty="0"/>
          </a:p>
          <a:p>
            <a:r>
              <a:rPr lang="zh-CN" dirty="0"/>
              <a:t>要点：① OpenClaw是转折点 ② 7家全部上线 ③ 收紧信号出现</a:t>
            </a:r>
          </a:p>
          <a:p>
            <a:r>
              <a:rPr lang="zh-CN" dirty="0"/>
              <a:t>时长：3分钟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看一个很实际的问题：同样花40到50块钱，各平台给的到底多不多？</a:t>
            </a:r>
          </a:p>
          <a:p>
            <a:endParaRPr lang="zh-CN" dirty="0"/>
          </a:p>
          <a:p>
            <a:r>
              <a:rPr lang="zh-CN" dirty="0"/>
              <a:t>MiniMax Starter只要29元，但只有40 prompts每5小时。腾讯云39元给3500万Token，大约70轮深度问答。小米39元给6000万Credits。阿里40元给18000次API请求。Kimi和智谱都是49元。</a:t>
            </a:r>
          </a:p>
          <a:p>
            <a:endParaRPr lang="zh-CN" dirty="0"/>
          </a:p>
          <a:p>
            <a:r>
              <a:rPr lang="zh-CN" dirty="0"/>
              <a:t>[数据] 看起来百炼的18000次比MiniMax的40次多了几百倍，但这是不同计量单位，直接比数字毫无意义。这也是为什么90%的开发者容易踩坑。</a:t>
            </a:r>
          </a:p>
          <a:p>
            <a:endParaRPr lang="zh-CN" dirty="0"/>
          </a:p>
          <a:p>
            <a:r>
              <a:rPr lang="zh-CN" dirty="0"/>
              <a:t>要点：① 计量单位不同不能直接比数字 ② 90%开发者踩坑 ③ 同样价格实际差异巨大</a:t>
            </a:r>
          </a:p>
          <a:p>
            <a:r>
              <a:rPr lang="zh-CN" dirty="0"/>
              <a:t>时长：2分钟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这五种计量单位并存，是最大的信息壁垒。</a:t>
            </a:r>
          </a:p>
          <a:p>
            <a:endParaRPr lang="zh-CN" dirty="0"/>
          </a:p>
          <a:p>
            <a:r>
              <a:rPr lang="zh-CN" dirty="0"/>
              <a:t>API请求次数，数字看起来很大但实际消耗不透明。Prompt次数，一次提问大约等于1200到1600次API调用，稍微直观一些。Token计量最透明，直接按输入输出计费。Credit计量抽象了一层但可以预测。时间窗口配额限制的是节奏而不是总量。</a:t>
            </a:r>
          </a:p>
          <a:p>
            <a:endParaRPr lang="zh-CN" dirty="0"/>
          </a:p>
          <a:p>
            <a:r>
              <a:rPr lang="zh-CN" dirty="0"/>
              <a:t>演变方向很清晰：从API次数到Prompt到Token再到统一Credits。方向是越来越透明、越来越可预测。</a:t>
            </a:r>
          </a:p>
          <a:p>
            <a:endParaRPr lang="zh-CN" dirty="0"/>
          </a:p>
          <a:p>
            <a:r>
              <a:rPr lang="zh-CN" dirty="0"/>
              <a:t>[数据] 但即使在Agent场景下，只有5-15%的Token真正用于代码生成，85-95%是上下文开销——文件读取、工具输出、上下文重发。</a:t>
            </a:r>
          </a:p>
          <a:p>
            <a:endParaRPr lang="zh-CN" dirty="0"/>
          </a:p>
          <a:p>
            <a:r>
              <a:rPr lang="zh-CN" dirty="0"/>
              <a:t>要点：① 五种计量单位并存 ② 演变方向是越来越透明 ③ 85-95%的Token是上下文开销</a:t>
            </a:r>
          </a:p>
          <a:p>
            <a:r>
              <a:rPr lang="zh-CN" dirty="0"/>
              <a:t>时长：2分钟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了解了事实，我们进入第二部分：为什么这么演变？</a:t>
            </a:r>
          </a:p>
          <a:p>
            <a:endParaRPr lang="zh-CN" dirty="0"/>
          </a:p>
          <a:p>
            <a:r>
              <a:rPr lang="zh-CN" dirty="0"/>
              <a:t>这个演变不是偶然的，背后有三层驱动力同时作用。</a:t>
            </a:r>
          </a:p>
          <a:p>
            <a:endParaRPr lang="zh-CN" dirty="0"/>
          </a:p>
          <a:p>
            <a:r>
              <a:rPr lang="zh-CN" dirty="0"/>
              <a:t>[Pause]</a:t>
            </a:r>
          </a:p>
          <a:p>
            <a:endParaRPr lang="zh-CN" dirty="0"/>
          </a:p>
          <a:p>
            <a:r>
              <a:rPr lang="zh-CN" dirty="0"/>
              <a:t>要点：① 三层驱动 ② 五力竞争 ③ 经典三段式</a:t>
            </a:r>
          </a:p>
          <a:p>
            <a:r>
              <a:rPr lang="zh-CN" dirty="0"/>
              <a:t>时长：0.5分钟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用波特五力来分析这个市场的竞争格局。</a:t>
            </a:r>
          </a:p>
          <a:p>
            <a:endParaRPr lang="zh-CN" dirty="0"/>
          </a:p>
          <a:p>
            <a:r>
              <a:rPr lang="zh-CN" dirty="0"/>
              <a:t>行业内竞争极高——七家平台同池价格战，首月7.9元起，全线跟进补贴。买方议价力强——用户切换成本几乎为零，API Key一换就走。替代品威胁高——开源模型加本地部署持续压制定价上限。</a:t>
            </a:r>
          </a:p>
          <a:p>
            <a:endParaRPr lang="zh-CN" dirty="0"/>
          </a:p>
          <a:p>
            <a:r>
              <a:rPr lang="zh-CN" dirty="0"/>
              <a:t>供应商议价力中偏高——GPU是刚性成本，但国产芯片替代在降低依赖。新进入者威胁中等——门槛高但小米等新玩家仍在进入。</a:t>
            </a:r>
          </a:p>
          <a:p>
            <a:endParaRPr lang="zh-CN" dirty="0"/>
          </a:p>
          <a:p>
            <a:r>
              <a:rPr lang="zh-CN" dirty="0"/>
              <a:t>核心判断：七家同池价格战加上用户零切换成本，等于买方强势，定价权争夺白热化。</a:t>
            </a:r>
          </a:p>
          <a:p>
            <a:endParaRPr lang="zh-CN" dirty="0"/>
          </a:p>
          <a:p>
            <a:r>
              <a:rPr lang="zh-CN" dirty="0"/>
              <a:t>要点：① 行业内竞争极高 ② 买方议价力强 ③ 定价权争夺白热化</a:t>
            </a:r>
          </a:p>
          <a:p>
            <a:r>
              <a:rPr lang="zh-CN" dirty="0"/>
              <a:t>时长：2分钟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定价模式的演变由三层驱动同时作用。</a:t>
            </a:r>
          </a:p>
          <a:p>
            <a:endParaRPr lang="zh-CN" dirty="0"/>
          </a:p>
          <a:p>
            <a:r>
              <a:rPr lang="zh-CN" dirty="0"/>
              <a:t>第一层是成本驱动。国产芯片放量、DeepSeek V4开源的MoE架构效率革命，都在降低Token成本。第二层是竞争驱动。价格战补贴圈用户，然后收紧测试价格弹性，最后精细分层。第三层是价值驱动——从卖Token到卖工作流再到卖生态。MiniMax的Token Plan不只卖编程，打包了图片、语音、音乐、视频。</a:t>
            </a:r>
          </a:p>
          <a:p>
            <a:endParaRPr lang="zh-CN" dirty="0"/>
          </a:p>
          <a:p>
            <a:r>
              <a:rPr lang="zh-CN" dirty="0"/>
              <a:t>要点：① 成本驱动 ② 竞争驱动 ③ 价值驱动</a:t>
            </a:r>
          </a:p>
          <a:p>
            <a:r>
              <a:rPr lang="zh-CN" dirty="0"/>
              <a:t>时长：1.5分钟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这是互联网定价的经典三段式，所有赛道都走这条路。</a:t>
            </a:r>
          </a:p>
          <a:p>
            <a:endParaRPr lang="zh-CN" dirty="0"/>
          </a:p>
          <a:p>
            <a:r>
              <a:rPr lang="zh-CN" dirty="0"/>
              <a:t>第一阶段补贴期，2024到2025年，抢用户规模建习惯，百万Token几毛钱。第二阶段收紧期，2025年下半年开始，取消首购优惠、停售低档、限时抢购，测试价格弹性。第三阶段分层期，2026年现在，极速版98到899元，企业版198到1398元，精细分层收割利润。</a:t>
            </a:r>
          </a:p>
          <a:p>
            <a:endParaRPr lang="zh-CN" dirty="0"/>
          </a:p>
          <a:p>
            <a:r>
              <a:rPr lang="zh-CN" dirty="0"/>
              <a:t>[Pause] 关键启示：进入新市场不要一开始就想好定价。先补贴跑量，再收紧测试弹性，最后精细分层。</a:t>
            </a:r>
          </a:p>
          <a:p>
            <a:endParaRPr lang="zh-CN" dirty="0"/>
          </a:p>
          <a:p>
            <a:r>
              <a:rPr lang="zh-CN" dirty="0"/>
              <a:t>要点：① 补贴→收紧→分层 ② 所有赛道通用 ③ 先进入者有先发优势</a:t>
            </a:r>
          </a:p>
          <a:p>
            <a:r>
              <a:rPr lang="zh-CN" dirty="0"/>
              <a:t>时长：2分钟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基于前面的分析，我们能提炼出什么？</a:t>
            </a:r>
          </a:p>
          <a:p>
            <a:endParaRPr lang="zh-CN" dirty="0"/>
          </a:p>
          <a:p>
            <a:r>
              <a:rPr lang="zh-CN" dirty="0"/>
              <a:t>五条可复用的定价模式规律。</a:t>
            </a:r>
          </a:p>
          <a:p>
            <a:endParaRPr lang="zh-CN" dirty="0"/>
          </a:p>
          <a:p>
            <a:r>
              <a:rPr lang="zh-CN" dirty="0"/>
              <a:t>[Pause]</a:t>
            </a:r>
          </a:p>
          <a:p>
            <a:endParaRPr lang="zh-CN" dirty="0"/>
          </a:p>
          <a:p>
            <a:r>
              <a:rPr lang="zh-CN" dirty="0"/>
              <a:t>要点：① 五条规律 ② 跨场景可复用</a:t>
            </a:r>
          </a:p>
          <a:p>
            <a:r>
              <a:rPr lang="zh-CN" dirty="0"/>
              <a:t>时长：0.5分钟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第一条：计量单位即定价权。谁定义计量单位谁就掌握定价权，模糊计量利早期获客，透明计量利长期信任。</a:t>
            </a:r>
          </a:p>
          <a:p>
            <a:endParaRPr lang="zh-CN" dirty="0"/>
          </a:p>
          <a:p>
            <a:r>
              <a:rPr lang="zh-CN" dirty="0"/>
              <a:t>第二条：补贴-收紧-分层。所有互联网赛道都走这三步，先跑量再测弹性最后精细分层。</a:t>
            </a:r>
          </a:p>
          <a:p>
            <a:endParaRPr lang="zh-CN" dirty="0"/>
          </a:p>
          <a:p>
            <a:r>
              <a:rPr lang="zh-CN" dirty="0"/>
              <a:t>第三条：入口到生态。用编程高频刚需获客，用多媒体低频高价值场景提高ARPU。从"编程工具"升级为"AI工作室"。</a:t>
            </a:r>
          </a:p>
          <a:p>
            <a:endParaRPr lang="zh-CN" dirty="0"/>
          </a:p>
          <a:p>
            <a:r>
              <a:rPr lang="zh-CN" dirty="0"/>
              <a:t>第四条：国内外差异。国内七家抢用户比谁更便宜，海外面对Claude三巨头比谁更强。同一产品两套价格体系的合理性来源于竞争环境差异。</a:t>
            </a:r>
          </a:p>
          <a:p>
            <a:endParaRPr lang="zh-CN" dirty="0"/>
          </a:p>
          <a:p>
            <a:r>
              <a:rPr lang="zh-CN" dirty="0"/>
              <a:t>第五条：Agent时代成本不可逆增长。70%的coding agent token是浪费，实际账单是标价的2到5倍，订阅费是地板不是天花板。</a:t>
            </a:r>
          </a:p>
          <a:p>
            <a:endParaRPr lang="zh-CN" dirty="0"/>
          </a:p>
          <a:p>
            <a:r>
              <a:rPr lang="zh-CN" dirty="0"/>
              <a:t>要点：① 五条规律可跨场景复用 ② 适用于所有"算力即服务"商业模式</a:t>
            </a:r>
          </a:p>
          <a:p>
            <a:r>
              <a:rPr lang="zh-CN" dirty="0"/>
              <a:t>时长：3分钟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最后我们深入看一下Agent场景下的成本结构。</a:t>
            </a:r>
          </a:p>
          <a:p>
            <a:endParaRPr lang="zh-CN" dirty="0"/>
          </a:p>
          <a:p>
            <a:r>
              <a:rPr lang="zh-CN" dirty="0"/>
              <a:t>[数据] 一个开发者8个月Claude Code消耗100亿Token，按API价格计算超过15000美元。但Max plan只花了800美元，节省了93%。这说明什么？订阅模式下的成本放大效应。</a:t>
            </a:r>
          </a:p>
          <a:p>
            <a:endParaRPr lang="zh-CN" dirty="0"/>
          </a:p>
          <a:p>
            <a:r>
              <a:rPr lang="zh-CN" dirty="0"/>
              <a:t>Token构成中，文件读取占35-45%，工具输出15-25%，上下文重发15-20%，推理10-15%。真正用于代码生成的只有5-15%。也就是说，85-95%的Token消耗是Agent的上下文开销。</a:t>
            </a:r>
          </a:p>
          <a:p>
            <a:endParaRPr lang="zh-CN" dirty="0"/>
          </a:p>
          <a:p>
            <a:r>
              <a:rPr lang="zh-CN" dirty="0"/>
              <a:t>Cursor 2025年6月转credit-based后，重度用户一周超支350美元，引发了退款风波。这就是"订阅费是地板不是天花板"的真实写照。</a:t>
            </a:r>
          </a:p>
          <a:p>
            <a:endParaRPr lang="zh-CN" dirty="0"/>
          </a:p>
          <a:p>
            <a:r>
              <a:rPr lang="zh-CN" dirty="0"/>
              <a:t>要点：① 85-95%是上下文开销 ② 实际账单是标价2-5倍 ③ 订阅模式不可持续</a:t>
            </a:r>
          </a:p>
          <a:p>
            <a:r>
              <a:rPr lang="zh-CN" dirty="0"/>
              <a:t>时长：2.5分钟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基于以上分析，我们对未来做四个趋势预判。</a:t>
            </a:r>
          </a:p>
          <a:p>
            <a:endParaRPr lang="zh-CN" dirty="0"/>
          </a:p>
          <a:p>
            <a:r>
              <a:rPr lang="zh-CN" dirty="0"/>
              <a:t>趋势一：Token成本将持续下降。国产芯片放量、MoE效率革命、推理芯片竞争，三股力量同时作用。利润空间将来自服务溢价而非算力差价。</a:t>
            </a:r>
          </a:p>
          <a:p>
            <a:endParaRPr lang="zh-CN" dirty="0"/>
          </a:p>
          <a:p>
            <a:r>
              <a:rPr lang="zh-CN" dirty="0"/>
              <a:t>趋势二：国产芯片替代加速。英伟达市占率从66%降到54%，预计今年跌破50%。华为、寒武纪、平头哥形成国产算力三角。国内厂商成本结构会和海外产生分化，定价策略可以更激进。</a:t>
            </a:r>
          </a:p>
          <a:p>
            <a:endParaRPr lang="zh-CN" dirty="0"/>
          </a:p>
          <a:p>
            <a:r>
              <a:rPr lang="zh-CN" dirty="0"/>
              <a:t>趋势三：开源模型重塑定价权。DeepSeek模式是开源加极致低价加不卖订阅。厂商的定价权将来自服务便利性而非模型独占性。</a:t>
            </a:r>
          </a:p>
          <a:p>
            <a:endParaRPr lang="zh-CN" dirty="0"/>
          </a:p>
          <a:p>
            <a:r>
              <a:rPr lang="zh-CN" dirty="0"/>
              <a:t>趋势四：Agent成本指数增长不可逆。推理需求已达训练的4到5倍，IDC预测2028年推理占73%。不限量模式不可持续，所有厂商最终都会转向精细计量。</a:t>
            </a:r>
          </a:p>
          <a:p>
            <a:endParaRPr lang="zh-CN" dirty="0"/>
          </a:p>
          <a:p>
            <a:r>
              <a:rPr lang="zh-CN" dirty="0"/>
              <a:t>[Pause] 核心结论：Coding Plan是过渡产品，Token Plan是终态。我们核心学到三件事——计量单位即定价权、补贴-收紧-分层节奏、入口到生态升级路径。</a:t>
            </a:r>
          </a:p>
          <a:p>
            <a:endParaRPr lang="zh-CN" dirty="0"/>
          </a:p>
          <a:p>
            <a:r>
              <a:rPr lang="zh-CN" dirty="0"/>
              <a:t>要点：① 四趋势 ② 核心结论 ③ 三件事</a:t>
            </a:r>
          </a:p>
          <a:p>
            <a:r>
              <a:rPr lang="zh-CN" dirty="0"/>
              <a:t>时长：3分钟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总结一下。</a:t>
            </a:r>
          </a:p>
          <a:p>
            <a:endParaRPr lang="zh-CN" dirty="0"/>
          </a:p>
          <a:p>
            <a:r>
              <a:rPr lang="zh-CN" dirty="0"/>
              <a:t>AI定价模式的演变，本质上是从"卖工具订阅"到"卖算力资源包"的商业模式升级，精确重演了电信行业从话费套餐到流量套餐的20年历史。</a:t>
            </a:r>
          </a:p>
          <a:p>
            <a:endParaRPr lang="zh-CN" dirty="0"/>
          </a:p>
          <a:p>
            <a:r>
              <a:rPr lang="zh-CN" dirty="0"/>
              <a:t>核心三件事值得记住：计量单位即定价权、补贴-收紧-分层的三段式节奏、从入口产品到生态产品的升级路径。</a:t>
            </a:r>
          </a:p>
          <a:p>
            <a:endParaRPr lang="zh-CN" dirty="0"/>
          </a:p>
          <a:p>
            <a:r>
              <a:rPr lang="zh-CN" dirty="0"/>
              <a:t>[Pause]</a:t>
            </a:r>
          </a:p>
          <a:p>
            <a:endParaRPr lang="zh-CN" dirty="0"/>
          </a:p>
          <a:p>
            <a:r>
              <a:rPr lang="zh-CN" dirty="0"/>
              <a:t>谢谢大家的聆听。</a:t>
            </a:r>
          </a:p>
          <a:p>
            <a:endParaRPr lang="zh-CN" dirty="0"/>
          </a:p>
          <a:p>
            <a:r>
              <a:rPr lang="zh-CN" dirty="0"/>
              <a:t>要点：① 三件事 ② 商业逻辑清晰 ③ 可迁移到其他算力服务场景</a:t>
            </a:r>
          </a:p>
          <a:p>
            <a:r>
              <a:rPr lang="zh-CN" dirty="0"/>
              <a:t>时长：1.5分钟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sv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.svg"/>
  <Relationship Id="rId3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.svg"/>
  <Relationship Id="rId3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4.svg"/>
  <Relationship Id="rId3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5.svg"/>
  <Relationship Id="rId3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6.svg"/>
  <Relationship Id="rId3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7.svg"/>
  <Relationship Id="rId3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8.svg"/>
  <Relationship Id="rId3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9.svg"/>
  <Relationship Id="rId3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0.svg"/>
  <Relationship Id="rId3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1.svg"/>
  <Relationship Id="rId3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2.svg"/>
  <Relationship Id="rId3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3.svg"/>
  <Relationship Id="rId3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4.svg"/>
  <Relationship Id="rId3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5.svg"/>
  <Relationship Id="rId3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