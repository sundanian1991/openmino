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策略组与服务组结构性困境分析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策略组与服务组结构性困境分析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2026-03-29 | 供应商管理岗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组织结构现状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权责不对等模型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供应商夹层困境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刘伟佳行为模式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重复沟通无效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可控边界识别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自我保护策略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调整触发条件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结构性权责分离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执行责任共担，但决策权仍偏策略组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这不是沟通问题，是权力结构问题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供应商夹在中间为难 — 接收矛盾信号，无处发力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6440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执行侧承担结果但缺少决策权 — 服务组背负供应商稳定 KPI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6732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决策侧掌握定价权但不承担流失风险 — 策略组优化费效比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7024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单靠反馈、协调、说服解决不了 — 03-11→03-22→03-29 重复讨论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组织结构现状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两组权责对比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" cy="4572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103120" cy="4572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1828800" cy="4572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1463040"/>
            <a:ext cx="2468880" cy="4572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91440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210312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执行交付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182880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965960"/>
            <a:ext cx="246888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生态健康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交付质量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91440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210312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 + 定价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+ 数据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182880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108960"/>
            <a:ext cx="2468880" cy="10972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费效比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定价权在策略组，流失风险由服务组承担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权责不对等模型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1280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执行侧 · 服务组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承担供应商稳定结果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没有定价决策权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承担流失风险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65760" cy="2743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834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执行责任共担，但决策权不对等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109728" cy="1280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决策侧 · 策略组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掌握定价权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KPI 是费效比优化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压降价格 = 达成目标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供应商夹层困境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供应商夹层困境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服务组要求质量提升 — 但无法提供价格支持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策略组压降价格 — 供应商 ROI 被压缩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两头挤压，无处发力 — 收到矛盾信号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5F2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增长的产能被抹杀 → 不愿投入 → 产能更低 → 更有理由压价（恶性循环）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刘伟佳行为模式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策略组责任边界管理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潜台词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37160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责任边界管理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256032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分析外化、模糊化处理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292608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问题我看到了，但责任不在我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371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战略型表达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514600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宏观把控，不陷细节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我在战略层面有贡献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137160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服务型姿态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54680"/>
            <a:ext cx="256032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"支撑""帮助"，不强调权力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154680"/>
            <a:ext cx="2926080" cy="5486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策略组是服务业务的角色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1371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节奏控制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794760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不承诺结果，只说方向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794760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有节奏但不贸然承诺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8404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不是坏人，是在现有 KPI 下的理性自保逻辑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重复沟通无效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重复沟通无效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供应商结构性困境分析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965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识别三层框架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03-22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组织结构绑架洞察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78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记录沟通僵局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03-29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头脑风暴梳理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再次讨论相同问题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单靠反馈、协调、说服解决不了权力结构问题。这不是"沟通问题"，是"政治问题" — 权力重新分配的阻力来自既得利益者。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可控边界识别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可控边界识别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（不要试图改变）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权力分配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设定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刘伟佳行为模式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军哥的优先级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4630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（可影响但不能决定）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233172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供应商关系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274320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能力提升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15468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数据呈现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56616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向上汇报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977640"/>
            <a:ext cx="54864" cy="54864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840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与王易人协作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463040"/>
            <a:ext cx="26517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（完全由你决定）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331720"/>
            <a:ext cx="54864" cy="548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自己的判断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" cy="548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自己的表达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154680"/>
            <a:ext cx="54864" cy="548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响应策略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977640"/>
            <a:ext cx="54864" cy="54864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3840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选择战场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自我保护策略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在权责不对等下不背锅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明确责任边界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建立记录习惯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73736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向供应商说明情况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回应框架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被指责时摆事实明边界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周报中管理责任归属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0" y="411480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决策追溯文档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11480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重要邮件 CC 策略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不揽责，留证据，明边界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调整触发条件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什么条件下可能触发结构性调整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你的角色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FFE5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重大业务事故 / VP 关注 / 数据无法美化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提供数据、准备汇报材料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6974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跨部门冲突过高 / 供应商集体反弹 / 新业务模式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记录冲突、传递反馈、推动试点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完美论证 / 策略组主动让权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不要期待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调整不会自然发生，需要触发条件。优先保护自己，等待机会。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时间框架与优先级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短期（1-2 周）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完成边界识别清单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057400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建立自我保护机制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57400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11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观察王易人立场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中期（1-2 月）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评估信息同步联盟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154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3291840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收集供应商反馈案例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5468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291840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推动小范围试点（BPO 联盟）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 月）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526280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80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等待触发条件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389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4526280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480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准备汇报材料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389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526280"/>
            <a:ext cx="91440" cy="9144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480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抓住机会窗口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2026-03-29T14:11:42Z</dcterms:created>
  <dcterms:modified xsi:type="dcterms:W3CDTF">2026-03-29T14:11:42Z</dcterms:modified>
</cp:coreProperties>
</file>