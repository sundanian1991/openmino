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48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4B5A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C4B5A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137160" cy="1371600"/>
          </a:xfrm>
          <a:prstGeom prst="line">
            <a:avLst/>
          </a:prstGeom>
          <a:noFill/>
          <a:ln w="38100">
            <a:solidFill>
              <a:srgbClr val="C4B5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应对策略：如何处理职场"带节奏"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4B5A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2057400"/>
            <a:ext cx="7315200" cy="457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80360"/>
            <a:ext cx="7315200" cy="457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88720" y="3703320"/>
            <a:ext cx="7315200" cy="457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1828800" cy="1828800"/>
          </a:xfrm>
          <a:prstGeom prst="ellipse">
            <a:avLst/>
          </a:prstGeom>
          <a:solidFill>
            <a:srgbClr val="C4B5A3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与行为模式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274320" cy="27432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840480"/>
            <a:ext cx="274320" cy="274320"/>
          </a:xfrm>
          <a:prstGeom prst="ellipse">
            <a:avLst/>
          </a:prstGeom>
          <a:solidFill>
            <a:srgbClr val="C4B5A3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840480"/>
            <a:ext cx="274320" cy="274320"/>
          </a:xfrm>
          <a:prstGeom prst="ellipse">
            <a:avLst/>
          </a:prstGeom>
          <a:solidFill>
            <a:srgbClr val="C4B5A3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C4B5A3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4114800"/>
            <a:ext cx="1371600" cy="1371600"/>
          </a:xfrm>
          <a:prstGeom prst="ellipse">
            <a:avLst/>
          </a:prstGeom>
          <a:solidFill>
            <a:srgbClr val="E5E5E5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0"/>
          </a:xfrm>
          <a:prstGeom prst="line">
            <a:avLst/>
          </a:prstGeom>
          <a:noFill/>
          <a:ln w="38100">
            <a:solidFill>
              <a:srgbClr val="C4B5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097280"/>
            <a:ext cx="54864" cy="6858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不承接情绪化指控，不陷入自证陷阱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0" cy="502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88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冷静回应：'这个问题需要更多信息'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187452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1874520"/>
            <a:ext cx="54864" cy="6858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将情绪问题转化为事实问题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965960"/>
            <a:ext cx="0" cy="502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65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追问：'真正的问题是什么？'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1560" y="265176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2651760"/>
            <a:ext cx="54864" cy="6858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不被时间压力绑架，保持节奏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743200"/>
            <a:ext cx="0" cy="502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432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表态：'需要走完评估流程'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1560" y="342900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3429000"/>
            <a:ext cx="54864" cy="6858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5" name="Text 33"/>
          <p:cNvSpPr/>
          <p:nvPr/>
        </p:nvSpPr>
        <p:spPr>
          <a:xfrm>
            <a:off x="118872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87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避免让对方感到被针对或威胁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520440"/>
            <a:ext cx="0" cy="502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520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先认可：'理解你的感受'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343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51560" y="4206240"/>
            <a:ext cx="7635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4206240"/>
            <a:ext cx="54864" cy="6858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4" name="Text 42"/>
          <p:cNvSpPr/>
          <p:nvPr/>
        </p:nvSpPr>
        <p:spPr>
          <a:xfrm>
            <a:off x="11887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8872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用客观数据替代主观判断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4297680"/>
            <a:ext cx="0" cy="502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97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展示：'这是历史数据和规则'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场景一：群里被@时的应对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应对框架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167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" y="12984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35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承认情绪，但不说问题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0025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19842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9659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26883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6700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517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8072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"已经和头部供应商沟通，建议恢复数据同步"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展示行动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3741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33558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375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34472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8600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"激励方案制定在策略组，我负责供应商沟通"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" y="40599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" y="40416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0233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178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430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8600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"建议你们私下对齐交接期责任划分"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指出真正问题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场景二：道德绑架的应对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0"/>
          </a:xfrm>
          <a:prstGeom prst="line">
            <a:avLst/>
          </a:prstGeom>
          <a:noFill/>
          <a:ln w="38100">
            <a:solidFill>
              <a:srgbClr val="C4B5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常见道德绑架话术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457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"你们京东就是店大欺客"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25880"/>
            <a:ext cx="2651760" cy="457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"没有我们，你们业务早就垮了"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325880"/>
            <a:ext cx="2651760" cy="457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"做人不能这样，用完就扔"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三步回应策略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14600"/>
            <a:ext cx="54864" cy="7315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651760"/>
            <a:ext cx="411480" cy="4114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15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679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拆解标签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不承接'店大欺客'等标签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606040"/>
            <a:ext cx="0" cy="54864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话术示例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"'我理解你的感受，但我们看待问题的角度可能不同'"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37560"/>
            <a:ext cx="54864" cy="7315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387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5021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还原事实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3749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用数据和规则替代情绪讨论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3429000"/>
            <a:ext cx="0" cy="54864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话术示例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3611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"'让我们回顾一下历史合作数据和现有规则'"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297680"/>
            <a:ext cx="411480" cy="4114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3616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34440" y="43251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指向流程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4572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将问题引导到正规流程解决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4251960"/>
            <a:ext cx="0" cy="54864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251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话术示例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"'这个问题需要按公司流程，和策略组一起评估'"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场景三：公开攻击式提问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737360"/>
          </a:xfrm>
          <a:prstGeom prst="rect">
            <a:avLst/>
          </a:prstGeom>
          <a:solidFill>
            <a:srgbClr val="E5E5E5">
              <a:alpha val="40000"/>
            </a:srgbClr>
          </a:solidFill>
          <a:ln w="12700">
            <a:solidFill>
              <a:srgbClr val="C4B5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"你这个方案做过市场调研吗？"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"数据支撑在哪里？"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"我觉得这个不太可行…"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场景四：私下沟通试探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1737360"/>
          </a:xfrm>
          <a:prstGeom prst="rect">
            <a:avLst/>
          </a:prstGeom>
          <a:solidFill>
            <a:srgbClr val="E5E5E5">
              <a:alpha val="40000"/>
            </a:srgbClr>
          </a:solidFill>
          <a:ln w="12700">
            <a:solidFill>
              <a:srgbClr val="C4B5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"哥，我直说了你别介意…"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"其实大家都是为你好…"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"领导好像对这个有看法…"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C4B5A3">
              <a:alpha val="80000"/>
            </a:srgbClr>
          </a:solidFill>
          <a:ln w="25400">
            <a:solidFill>
              <a:srgbClr val="C4B5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公开场景:</a:t>
            </a: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冷静拆解、就事论事、不陷入情绪对抗
</a:t>
            </a: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私下一对一:</a:t>
            </a: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识别情绪绑架、温和但坚定地要事实依据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2-3 周，判断是真实预警还是表演型行为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预警信号 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表演型行为 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E5E5E5">
              <a:alpha val="30000"/>
            </a:srgbClr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频率与持续性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持续、一致的模式，跨场景重复出现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间歇性、选择性，只在关键人物面前发作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对象范围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对多人表达类似不满，不针对特定人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只针对你，且在领导/同事面前刻意示弱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E5E5E5">
              <a:alpha val="30000"/>
            </a:srgbClr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情绪投入度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情绪稳定但态度坚决，理性表达不满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情绪波动大，有明显表演痕迹（叹气、苦笑）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诉求清晰度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说不清具体诉求，主要是情绪发泄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诉求模糊，重点是塑造'受害者'形象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E5E5E5">
              <a:alpha val="30000"/>
            </a:srgbClr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 vs 公开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私下和公开表现一致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私下正常，公开场合突然变脸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关键洞察：表演型行为的目的是让你自我怀疑 + 在领导心中埋下种子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C4B5A3"/>
          </a:solidFill>
          <a:ln w="12700">
            <a:solidFill>
              <a:srgbClr val="C4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E5E5E5">
              <a:alpha val="35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C4B5A3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1：边界澄清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"我想先确认一下，你刚才说的 [复述原话]，具体是指什么？我希望我们能在同一语境下讨论。"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用途：拆解模糊指控，让对方说清楚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E5E5E5">
              <a:alpha val="35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C4B5A3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2：温和反击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"我理解你有顾虑，但这个说法不太准确。能否告诉我，你的判断依据是什么？"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27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用途：不陷入情绪，温和但要事实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E5E5E5">
              <a:alpha val="35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C4B5A3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3：升维共识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"我们目标是一致的——把事做好。与其纠结谁的问题，不如一起想想怎么解决？"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370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用途：跳出对抗框架，回归问题本身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Macintosh PowerPoint</Application>
  <PresentationFormat>全屏显示(16:9)</PresentationFormat>
  <Paragraphs>152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sundanian</cp:lastModifiedBy>
  <cp:revision>2</cp:revision>
  <dcterms:created xsi:type="dcterms:W3CDTF">2026-03-29T13:09:55Z</dcterms:created>
  <dcterms:modified xsi:type="dcterms:W3CDTF">2026-03-29T13:12:03Z</dcterms:modified>
</cp:coreProperties>
</file>