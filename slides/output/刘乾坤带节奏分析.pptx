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刘乾坤"带节奏"事件深度分析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3017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行为模式识别 · 真实动机分析 · 影响评估 · 应对策略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86200" y="3840480"/>
            <a:ext cx="1371600" cy="73152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2026-03-29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开门红激励预警事件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840480" cy="365760"/>
          </a:xfrm>
          <a:prstGeom prst="rect">
            <a:avLst>
              <a:gd name="adj" fmla="val 12500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刘乾坤的说法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激励拿不到，供应商会大量流失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影响 1400 个制鞋工人、5000 多个家庭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激励方案定得非常有问题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供应商都来找我了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840480" cy="365760"/>
          </a:xfrm>
          <a:prstGeom prst="rect">
            <a:avLst>
              <a:gd name="adj" fmla="val 12500"/>
            </a:avLst>
          </a:prstGeom>
          <a:solidFill>
            <a:srgbClr val="FFF5F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真实情况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只有头部供应商个别问题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激励可以放到 4 月份继续发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激励是策略组定的（和产品策略、老板一起确认）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这是开门红激励 + 三月激励的问题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8229600" cy="822960"/>
          </a:xfrm>
          <a:prstGeom prst="rect">
            <a:avLst>
              <a:gd name="adj" fmla="val 5556"/>
            </a:avLst>
          </a:prstGeom>
          <a:solidFill>
            <a:srgbClr val="FAFA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核心矛盾：激励方案是策略组制定的（多方共识），但刘乾坤只攻击服务组同事，不攻击策略组。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带节奏组合拳拆解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840480" cy="1143000"/>
          </a:xfrm>
          <a:prstGeom prst="rect">
            <a:avLst>
              <a:gd name="adj" fmla="val 4000"/>
            </a:avLst>
          </a:prstGeom>
          <a:solidFill>
            <a:srgbClr val="FAFAF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097280"/>
            <a:ext cx="731520" cy="228600"/>
          </a:xfrm>
          <a:prstGeom prst="rect">
            <a:avLst>
              <a:gd name="adj" fmla="val 12000"/>
            </a:avLst>
          </a:prstGeom>
          <a:solidFill>
            <a:srgbClr val="E2725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97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第1拳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71600" y="1097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选择性攻击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只攻击服务组，不攻击策略组。激励是策略组定的，但暗示是李吉斌的问题。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840480" cy="1143000"/>
          </a:xfrm>
          <a:prstGeom prst="rect">
            <a:avLst>
              <a:gd name="adj" fmla="val 4000"/>
            </a:avLst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0" y="1097280"/>
            <a:ext cx="731520" cy="228600"/>
          </a:xfrm>
          <a:prstGeom prst="rect">
            <a:avLst>
              <a:gd name="adj" fmla="val 12000"/>
            </a:avLst>
          </a:prstGeom>
          <a:solidFill>
            <a:srgbClr val="E2725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97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第2拳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60720" y="1097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群内表演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3716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不在私下沟通，直接在群里 @所有人，疯狂地说自己在预警。全程有观众意识。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3840480" cy="1143000"/>
          </a:xfrm>
          <a:prstGeom prst="rect">
            <a:avLst>
              <a:gd name="adj" fmla="val 4000"/>
            </a:avLst>
          </a:prstGeom>
          <a:solidFill>
            <a:srgbClr val="FAFA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377440"/>
            <a:ext cx="731520" cy="228600"/>
          </a:xfrm>
          <a:prstGeom prst="rect">
            <a:avLst>
              <a:gd name="adj" fmla="val 12000"/>
            </a:avLst>
          </a:prstGeom>
          <a:solidFill>
            <a:srgbClr val="E2725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377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第3拳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71600" y="2377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道德绑架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26517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用情绪化数字（1400、5000）制造恐慌。把激励问题上升为生存问题。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286000"/>
            <a:ext cx="3840480" cy="1143000"/>
          </a:xfrm>
          <a:prstGeom prst="rect">
            <a:avLst>
              <a:gd name="adj" fmla="val 4000"/>
            </a:avLst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4937760" y="2377440"/>
            <a:ext cx="731520" cy="228600"/>
          </a:xfrm>
          <a:prstGeom prst="rect">
            <a:avLst>
              <a:gd name="adj" fmla="val 12000"/>
            </a:avLst>
          </a:prstGeom>
          <a:solidFill>
            <a:srgbClr val="E2725B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377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第4拳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2377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转移视线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265176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把交接期管理失效转移到激励方案问题。把数据中断转移到激励定得高。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8229600" cy="1143000"/>
          </a:xfrm>
          <a:prstGeom prst="rect">
            <a:avLst>
              <a:gd name="adj" fmla="val 4000"/>
            </a:avLst>
          </a:prstGeom>
          <a:solidFill>
            <a:srgbClr val="FFF5F2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3657600"/>
            <a:ext cx="731520" cy="228600"/>
          </a:xfrm>
          <a:prstGeom prst="rect">
            <a:avLst>
              <a:gd name="adj" fmla="val 12000"/>
            </a:avLst>
          </a:prstGeom>
          <a:solidFill>
            <a:srgbClr val="E2725B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657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第5拳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371600" y="3657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信息真空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39319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交接后（3 月 16-17 日）数据中断，供应商不知道进展。用没有拿到数据作为预警理由。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他为什么要带节奏？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11680" y="960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0" y="960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可能性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261872"/>
            <a:ext cx="8229600" cy="548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828800"/>
            <a:ext cx="8229600" cy="1828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258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表演型预警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13258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通过发现问题建立关心业务的人设。出问题=预警有功；不出问题=推动有功。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1435608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FFE5E5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14356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95728"/>
            <a:ext cx="8229600" cy="1828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8928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转移视线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189280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把交接期管理失效转移到激励方案问题，规避自己的交接责任。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002536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FFE5E5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200253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962656"/>
            <a:ext cx="8229600" cy="1828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45973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保护关系网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245973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只攻击服务组，不攻击策略组。他和刘伟佳关系好，维护师父。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58000" y="2569464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FFE5E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256946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极高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529584"/>
            <a:ext cx="8229600" cy="1828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02666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责任转嫁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11680" y="302666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把激励问题归咎于李吉斌，自己摘清。方案定得高=暗示李吉斌不行。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0" y="3136392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FEF3C7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31363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35935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配合博弈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11680" y="359359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策略组 vs 服务组的权力博弈，刘乾坤是前下属 + 盟友。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0" y="3703320"/>
            <a:ext cx="1371600" cy="292608"/>
          </a:xfrm>
          <a:prstGeom prst="roundRect">
            <a:avLst>
              <a:gd name="adj" fmla="val 18750"/>
            </a:avLst>
          </a:prstGeom>
          <a:solidFill>
            <a:srgbClr val="DBEAFE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37033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251960"/>
            <a:ext cx="8229600" cy="365760"/>
          </a:xfrm>
          <a:prstGeom prst="rect">
            <a:avLst>
              <a:gd name="adj" fmla="val 12500"/>
            </a:avLst>
          </a:prstGeom>
          <a:solidFill>
            <a:srgbClr val="FFF5F2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27939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核心判断：表演型预警 + 转移视线 + 保护关系网 的三重组合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对各方的具体影响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840480" cy="1508760"/>
          </a:xfrm>
          <a:prstGeom prst="rect">
            <a:avLst>
              <a:gd name="adj" fmla="val 3030"/>
            </a:avLst>
          </a:prstGeom>
          <a:solidFill>
            <a:srgbClr val="FAFAF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15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李吉斌（被攻击）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4173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Q1 责任确实在他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专业能力被公开质疑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在群里被公开拷问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384048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26771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不接锅 + 亮资历 + 直接怼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840480" cy="1508760"/>
          </a:xfrm>
          <a:prstGeom prst="rect">
            <a:avLst>
              <a:gd name="adj" fmla="val 3030"/>
            </a:avLst>
          </a:prstGeom>
          <a:solidFill>
            <a:srgbClr val="FAFAFA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1155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刘伟佳/策略组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14173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没有被攻击（关系网保护）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激励是策略组定但不承担后果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隐性问题：选择性攻击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240280"/>
            <a:ext cx="384048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226771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观察：是否表态支持刘乾坤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3840480" cy="1508760"/>
          </a:xfrm>
          <a:prstGeom prst="rect">
            <a:avLst>
              <a:gd name="adj" fmla="val 3030"/>
            </a:avLst>
          </a:prstGeom>
          <a:solidFill>
            <a:srgbClr val="FAFA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157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王易人/服务组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0175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团队管理被质疑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连带责任（激励问题被放大）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交接问题暴露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40480"/>
            <a:ext cx="384048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86791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监督交接，保护团队安全感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2606040"/>
            <a:ext cx="3840480" cy="1508760"/>
          </a:xfrm>
          <a:prstGeom prst="rect">
            <a:avLst>
              <a:gd name="adj" fmla="val 3030"/>
            </a:avLst>
          </a:prstGeom>
          <a:solidFill>
            <a:srgbClr val="FFF5F2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7157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团队氛围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30175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安全感被破坏（大家都紧绷）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对立情绪（服务组内部）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 信任受损、表演型管理污染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840480"/>
            <a:ext cx="3840480" cy="274320"/>
          </a:xfrm>
          <a:prstGeom prst="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86791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最需要保护的是安全感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框架 + 4 个场景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965960" cy="822960"/>
          </a:xfrm>
          <a:prstGeom prst="rect">
            <a:avLst>
              <a:gd name="adj" fmla="val 5556"/>
            </a:avLst>
          </a:prstGeom>
          <a:solidFill>
            <a:srgbClr val="FAFA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不接靶子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不说激励或策略有问题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005840"/>
            <a:ext cx="1965960" cy="822960"/>
          </a:xfrm>
          <a:prstGeom prst="rect">
            <a:avLst>
              <a:gd name="adj" fmla="val 5556"/>
            </a:avLst>
          </a:prstGeom>
          <a:solidFill>
            <a:srgbClr val="FAFAFA"/>
          </a:solidFill>
          <a:ln/>
        </p:spPr>
      </p:sp>
      <p:sp>
        <p:nvSpPr>
          <p:cNvPr id="10" name="Text 8"/>
          <p:cNvSpPr/>
          <p:nvPr/>
        </p:nvSpPr>
        <p:spPr>
          <a:xfrm>
            <a:off x="2514600" y="1051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回归根本原因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1417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指出交接期信息真空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005840"/>
            <a:ext cx="1965960" cy="822960"/>
          </a:xfrm>
          <a:prstGeom prst="rect">
            <a:avLst>
              <a:gd name="adj" fmla="val 5556"/>
            </a:avLst>
          </a:prstGeom>
          <a:solidFill>
            <a:srgbClr val="FAFAF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051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拒绝道德绑架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1417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不被情绪化数字逼迫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29400" y="1005840"/>
            <a:ext cx="1965960" cy="822960"/>
          </a:xfrm>
          <a:prstGeom prst="rect">
            <a:avLst>
              <a:gd name="adj" fmla="val 5556"/>
            </a:avLst>
          </a:prstGeom>
          <a:solidFill>
            <a:srgbClr val="FAFAFA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1051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保护安全感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141732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不在群里制造对立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1965960"/>
            <a:ext cx="3931920" cy="1188720"/>
          </a:xfrm>
          <a:prstGeom prst="rect">
            <a:avLst>
              <a:gd name="adj" fmla="val 3846"/>
            </a:avLst>
          </a:prstGeom>
          <a:solidFill>
            <a:srgbClr val="FAFAF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0756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1：群里@年老师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235000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我理解你对激励问题的担忧。但真正的问题是交接期信息真空、数据中断，导致供应商不知道进展。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1965960"/>
            <a:ext cx="3931920" cy="1188720"/>
          </a:xfrm>
          <a:prstGeom prst="rect">
            <a:avLst>
              <a:gd name="adj" fmla="val 3846"/>
            </a:avLst>
          </a:prstGeom>
          <a:solidFill>
            <a:srgbClr val="FAFAFA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0756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2：道德绑架升级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35000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情绪化的数字不能帮助我们解决问题，反而会制造恐慌，破坏团队安全感。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91840"/>
            <a:ext cx="3931920" cy="1188720"/>
          </a:xfrm>
          <a:prstGeom prst="rect">
            <a:avLst>
              <a:gd name="adj" fmla="val 3846"/>
            </a:avLst>
          </a:prstGeom>
          <a:solidFill>
            <a:srgbClr val="FAFAF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4015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3：攻击激励方案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67588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激励方案是策略组定的、多方共识的。真正的问题是交接期信息真空。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3291840"/>
            <a:ext cx="3931920" cy="1188720"/>
          </a:xfrm>
          <a:prstGeom prst="rect">
            <a:avLst>
              <a:gd name="adj" fmla="val 3846"/>
            </a:avLst>
          </a:prstGeom>
          <a:solidFill>
            <a:srgbClr val="FAFAFA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34015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4：私聊沟通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67588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你的方式有问题：只攻击服务组、群里放炮、用情绪化数字。这破坏了团队安全感。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短期/中期/长期 7 大风险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80160" y="1005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005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可能性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0" y="10058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325880"/>
            <a:ext cx="8229600" cy="7315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47088"/>
            <a:ext cx="8229600" cy="27432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417320"/>
            <a:ext cx="64008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1417320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刘乾坤升级表演强度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527048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FFE5E5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152704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0" y="1417320"/>
            <a:ext cx="640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417320"/>
            <a:ext cx="3657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不回应情绪化言论，用数据冷静对冲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322576"/>
            <a:ext cx="8229600" cy="27432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417320"/>
            <a:ext cx="64008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80160" y="1892808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李吉斌公开反击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2002536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200253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23360" y="1892808"/>
            <a:ext cx="640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1892808"/>
            <a:ext cx="3657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不参与公开冲突，用数据说话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798064"/>
            <a:ext cx="8229600" cy="27432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1417320"/>
            <a:ext cx="64008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周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80160" y="2368296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策略组 vs 服务组博弈升级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2478024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0" y="2478024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023360" y="2368296"/>
            <a:ext cx="640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2368296"/>
            <a:ext cx="3657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认清博弈，保护边界，不被绑定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273552"/>
            <a:ext cx="8229600" cy="27432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2843784"/>
            <a:ext cx="64008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月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80160" y="2843784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狼来了效应（预警疲劳）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0" y="2953512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FFE5E5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0" y="295351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023360" y="2843784"/>
            <a:ext cx="640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46320" y="2843784"/>
            <a:ext cx="3657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不奖励他的表演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749040"/>
            <a:ext cx="8229600" cy="27432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" y="2843784"/>
            <a:ext cx="64008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 月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280160" y="3319272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军哥被误导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00400" y="3429000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/>
        </p:spPr>
      </p:sp>
      <p:sp>
        <p:nvSpPr>
          <p:cNvPr id="44" name="Text 42"/>
          <p:cNvSpPr/>
          <p:nvPr/>
        </p:nvSpPr>
        <p:spPr>
          <a:xfrm>
            <a:off x="3200400" y="342900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023360" y="3319272"/>
            <a:ext cx="640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846320" y="3319272"/>
            <a:ext cx="3657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用真实数据澄清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224528"/>
            <a:ext cx="8229600" cy="27432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3794760"/>
            <a:ext cx="64008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月+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280160" y="3794760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表演型管理成为常态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200400" y="3904488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FFE5E5"/>
          </a:solidFill>
          <a:ln/>
        </p:spPr>
      </p:sp>
      <p:sp>
        <p:nvSpPr>
          <p:cNvPr id="51" name="Text 49"/>
          <p:cNvSpPr/>
          <p:nvPr/>
        </p:nvSpPr>
        <p:spPr>
          <a:xfrm>
            <a:off x="3200400" y="3904488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023360" y="3794760"/>
            <a:ext cx="640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846320" y="3794760"/>
            <a:ext cx="3657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不奖励、用数据对冲、私下建议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2920" y="3794760"/>
            <a:ext cx="64008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月+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280160" y="4270248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与刘伟佳师承关系深化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200400" y="4379976"/>
            <a:ext cx="640080" cy="2286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/>
        </p:spPr>
      </p:sp>
      <p:sp>
        <p:nvSpPr>
          <p:cNvPr id="57" name="Text 55"/>
          <p:cNvSpPr/>
          <p:nvPr/>
        </p:nvSpPr>
        <p:spPr>
          <a:xfrm>
            <a:off x="3200400" y="4379976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023360" y="4270248"/>
            <a:ext cx="64008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46320" y="4270248"/>
            <a:ext cx="3657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观察互动模式，保护边界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886200" y="1005840"/>
            <a:ext cx="1371600" cy="73152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71600"/>
            <a:ext cx="3474720" cy="1371600"/>
          </a:xfrm>
          <a:prstGeom prst="rect">
            <a:avLst>
              <a:gd name="adj" fmla="val 3333"/>
            </a:avLst>
          </a:prstGeom>
          <a:solidFill>
            <a:srgbClr val="FAFAF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508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行为模式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8745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选择性攻击 + 群内表演 + 道德绑架 + 转移视线 + 信息真空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1371600"/>
            <a:ext cx="3474720" cy="1371600"/>
          </a:xfrm>
          <a:prstGeom prst="rect">
            <a:avLst>
              <a:gd name="adj" fmla="val 3333"/>
            </a:avLst>
          </a:prstGeom>
          <a:solidFill>
            <a:srgbClr val="FAFAFA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508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真实动机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8745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表演型预警 + 转移视线 + 保护关系网 的三重组合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926080"/>
            <a:ext cx="3474720" cy="1371600"/>
          </a:xfrm>
          <a:prstGeom prst="rect">
            <a:avLst>
              <a:gd name="adj" fmla="val 3333"/>
            </a:avLst>
          </a:prstGeom>
          <a:solidFill>
            <a:srgbClr val="FFF5F2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4290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不接靶子 · 回归根本原因 · 拒绝道德绑架 · 保护安全感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926080"/>
            <a:ext cx="3474720" cy="1371600"/>
          </a:xfrm>
          <a:prstGeom prst="rect">
            <a:avLst>
              <a:gd name="adj" fmla="val 3333"/>
            </a:avLst>
          </a:prstGeom>
          <a:solidFill>
            <a:srgbClr val="FAFAF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063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关键话术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34290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真正的问题是交接期信息真空、数据中断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分析完成 · 2026-03-29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2026-03-29T13:49:45Z</dcterms:created>
  <dcterms:modified xsi:type="dcterms:W3CDTF">2026-03-29T13:49:45Z</dcterms:modified>
</cp:coreProperties>
</file>