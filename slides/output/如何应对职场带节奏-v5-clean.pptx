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0" cy="73152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如何应对职场"带节奏"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刘乾坤开门红激励预警事件深度分析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743200"/>
            <a:ext cx="640080" cy="219456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0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v4.0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4846320"/>
            <a:ext cx="8229600" cy="182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0" y="4800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0" cy="73152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700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事件回顾与核心矛盾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1874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刘乾坤的攻击 vs 实际情况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182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3317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700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31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行为模式拆解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265176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五拳组合拳路分析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8229600" cy="182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1089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700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10896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动机分析与判断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97280" y="34290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表演型预警 + 转移视线 + 保护关系网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8229600" cy="182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886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700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388620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应对策略与话术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97280" y="42062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五大原则 + REACT 框架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412480" y="4800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0" cy="73152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事件回顾与核心矛盾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274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80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刘乾坤的攻击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274320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280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实际情况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6002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激励拿不到，供应商会大量流失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4023360" cy="4572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1031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影响 1400 个工人、5000 个家庭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0604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060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激励方案定得非常有问题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4572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1089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在群里@所有人，疯狂预警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160020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16002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只有头部供应商个别问题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03120"/>
            <a:ext cx="4023360" cy="4572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1031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激励可以放到 4 月继续发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60604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6060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激励是策略组定的（多方共识）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3108960"/>
            <a:ext cx="4023360" cy="4572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31089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交接期信息真空、数据中断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3657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核心矛盾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393192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选择性攻击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09651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只攻击服务组，不攻击策略组（激励是策略组定的）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0" y="393192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转移视线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0" y="409651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把"交接期问题"转移到"激励方案问题"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438912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保护关系网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55371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他和刘伟佳关系好，不提策略组配合问题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0" y="438912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破坏安全感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0" y="455371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群里制造对立，让大家都紧绷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2480" y="4800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0" cy="73152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行为模式拆解：五拳组合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600200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801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选择性攻击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只攻击服务组，不攻击策略组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1417320" cy="1783080"/>
          </a:xfrm>
          <a:prstGeom prst="rect">
            <a:avLst/>
          </a:prstGeom>
          <a:noFill/>
          <a:ln w="12700">
            <a:solidFill>
              <a:srgbClr val="F5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651760"/>
            <a:ext cx="1325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激励是策略组定的，但他只说"激励有问题"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1280160"/>
            <a:ext cx="1600200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/>
          <p:nvPr/>
        </p:nvSpPr>
        <p:spPr>
          <a:xfrm>
            <a:off x="2103120" y="12801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94560" y="17373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群内表演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05740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在群里@所有人，密集同步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94560" y="2560320"/>
            <a:ext cx="1417320" cy="1783080"/>
          </a:xfrm>
          <a:prstGeom prst="rect">
            <a:avLst/>
          </a:prstGeom>
          <a:noFill/>
          <a:ln w="12700">
            <a:solidFill>
              <a:srgbClr val="F5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651760"/>
            <a:ext cx="1325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"疯狂地说自己在预警"= 强调"我在努力"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749040" y="1280160"/>
            <a:ext cx="1600200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12801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17373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道德绑架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205740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用情绪化数字制造恐慌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840480" y="2560320"/>
            <a:ext cx="1417320" cy="1783080"/>
          </a:xfrm>
          <a:prstGeom prst="rect">
            <a:avLst/>
          </a:prstGeom>
          <a:noFill/>
          <a:ln w="12700">
            <a:solidFill>
              <a:srgbClr val="F5F5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86200" y="2651760"/>
            <a:ext cx="1325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"影响 1400 个工人、5000 个家庭"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394960" y="1280160"/>
            <a:ext cx="1600200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0" y="12801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17373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转移视线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205740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把交接期问题转移到激励方案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0" y="2560320"/>
            <a:ext cx="1417320" cy="1783080"/>
          </a:xfrm>
          <a:prstGeom prst="rect">
            <a:avLst/>
          </a:prstGeom>
          <a:noFill/>
          <a:ln w="12700">
            <a:solidFill>
              <a:srgbClr val="F5F5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32120" y="2651760"/>
            <a:ext cx="1325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不说"交接期信息真空"，只说"方案定得高"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040880" y="1280160"/>
            <a:ext cx="1600200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12801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32320" y="17373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保护关系网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32320" y="205740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不攻击刘伟佳，维护前下属关系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132320" y="2560320"/>
            <a:ext cx="1417320" cy="1783080"/>
          </a:xfrm>
          <a:prstGeom prst="rect">
            <a:avLst/>
          </a:prstGeom>
          <a:noFill/>
          <a:ln w="12700">
            <a:solidFill>
              <a:srgbClr val="F5F5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78040" y="2651760"/>
            <a:ext cx="1325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他和刘伟佳关系好，不提策略组配合问题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754880"/>
            <a:ext cx="8229600" cy="182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4800600"/>
            <a:ext cx="7955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核心判断：这不是正常的工作方式，让人觉得动机或工作方式有问题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12480" y="4800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0" cy="73152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动机分析与判断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核心判断：表演型预警 + 转移视线 + 保护关系网 的三重组合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表演型预警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82880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8138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逻辑：通过"发现问题"来建立自己"关心业务"的人设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813816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档案中模式 2"群内表演"：全程有观众意识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813816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"疯狂地说自己在预警"= 强调"我在努力"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487168"/>
            <a:ext cx="813816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收益：如果激励出问题=他预警有功；如果不出问题=他推动有功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8229600" cy="182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78892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转移视线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68880" y="27889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★★★★★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8138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逻辑：把"交接期管理失效"转移到"激励方案有问题"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172968"/>
            <a:ext cx="813816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只说"激励有问题"，不说"交接期信息真空"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813816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只说"激励定得高"，不说"数据中断、质量变差"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447288"/>
            <a:ext cx="813816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收益：规避自己的交接责任，把问题归咎于"方案定得高"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630168"/>
            <a:ext cx="8229600" cy="182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749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保护关系网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468880" y="37490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977640"/>
            <a:ext cx="8138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逻辑：只攻击服务组，不攻击策略组，保护刘伟佳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133088"/>
            <a:ext cx="813816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激励是策略组定的，但他只说"激励有问题"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251960"/>
            <a:ext cx="813816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他和刘伟佳关系好（前下属），不提"策略组配合问题"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407408"/>
            <a:ext cx="813816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收益：维护和刘伟佳的关系，在策略组那边留"好人"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4736592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工作方式问题：不先沟通直接群里"放炮" → 选择性攻击 → 用情绪化数字 → 破坏团队安全感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4800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0" cy="73152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应对策略与话术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600200" cy="320040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8016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不接靶子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93392"/>
            <a:ext cx="1417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不说"激励确实有问题"、"策略确实有问题"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103120" y="1280160"/>
            <a:ext cx="1600200" cy="320040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9" name="Text 7"/>
          <p:cNvSpPr/>
          <p:nvPr/>
        </p:nvSpPr>
        <p:spPr>
          <a:xfrm>
            <a:off x="2103120" y="128016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94560" y="166420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回归根本原因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1993392"/>
            <a:ext cx="1417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指出"交接期信息真空、数据中断"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749040" y="1280160"/>
            <a:ext cx="1600200" cy="320040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128016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166420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拒绝逼迫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40480" y="1993392"/>
            <a:ext cx="1417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不被道德绑架逼迫表态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394960" y="1280160"/>
            <a:ext cx="1600200" cy="320040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17" name="Text 15"/>
          <p:cNvSpPr/>
          <p:nvPr/>
        </p:nvSpPr>
        <p:spPr>
          <a:xfrm>
            <a:off x="5394960" y="128016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0" y="166420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保护安全感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993392"/>
            <a:ext cx="1417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不在群里制造对立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040880" y="1280160"/>
            <a:ext cx="1600200" cy="320040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0" y="128016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166420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用数据说话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32320" y="1993392"/>
            <a:ext cx="1417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真实数据对抗情绪化数字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200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回应框架（群内@时使用）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34564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- Respond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360273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"我理解你对激励问题的担忧"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34564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- Explain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360273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"真正的问题是交接期信息真空、数据中断，不是拿不到钱"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943600" y="34564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 Action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0" y="360273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"我这边已经和头部供应商沟通过，建议恢复数据同步机制"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405079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- Constraint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19709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"激励方案制定在策略组，我这边负责供应商沟通"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00400" y="405079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- Target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00400" y="419709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"建议你们私下对齐交接期责任划分，恢复数据同步"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2480" y="4800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0" cy="73152"/>
          </a:xfrm>
          <a:prstGeom prst="rect">
            <a:avLst/>
          </a:prstGeom>
          <a:solidFill>
            <a:srgbClr val="D70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总结：关键洞察与行动指南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关键洞察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预警确实存在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激励确实定得高、难达成，这是事实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但方式有问题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选择性攻击、群里放炮、道德绑架、破坏安全感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核心动机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表演型预警 + 转移视线 + 保护关系网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352044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工作方式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703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不是正常的工作方式，让人觉得动机有问题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63440" y="1280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行动指南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1600200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识别模式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17830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认清这是"表演型预警"，不是真的危机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63440" y="2240280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不接靶子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63440" y="24231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不说"激励/策略确实有问题"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63440" y="2880360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回归事实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30632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指出"交接期信息真空、数据中断"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63440" y="3520440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700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保护安全感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63440" y="3703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不在群里制造对立，建议私下沟通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402336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"情绪化的数字不能帮助我们解决问题，反而会制造恐慌，破坏团队安全感。"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4434840"/>
            <a:ext cx="7955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核心话术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12480" y="4800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2026-03-29T13:46:40Z</dcterms:created>
  <dcterms:modified xsi:type="dcterms:W3CDTF">2026-03-29T13:46:40Z</dcterms:modified>
</cp:coreProperties>
</file>