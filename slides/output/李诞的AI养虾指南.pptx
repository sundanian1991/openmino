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李诞的AI养虾指南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把AI养成"个人风格智能体"的方法论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3840480"/>
            <a:ext cx="2743200" cy="27432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演示模式 · 优雅文艺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养虾三要素（核心框架）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写脚本技巧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做判断与学习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飞书妙搭实操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产出案例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行动清单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114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核心洞察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养虾三要素（核心框架）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286000" cy="36576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Soul（人设）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定义AI的价值观、语气、身份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743200"/>
            <a:ext cx="2377440" cy="164592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83464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"你是一个懒惰的哲学系人物，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说话常以'哎呀'开头"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4173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2900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Skills（技能）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模块化技能包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29000" y="2743200"/>
            <a:ext cx="2377440" cy="164592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283464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即梦脚本生成器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商务判断助手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哲学讨论伙伴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28016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4173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6364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记忆（上下文）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6364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将文档、聊天记录喂给AI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2743200"/>
            <a:ext cx="2377440" cy="164592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283464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直播内容向量化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个人笔记喂入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写脚本技巧：模块化Prompt工作流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36576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80160" y="1280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任务拆分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80160" y="1783080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F5F2EB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7830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开场故事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178308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1783080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F5F2EB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7830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对比反差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20640" y="1783080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F5F2EB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7830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概念定义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0" y="178308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040880" y="1783080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F5F2EB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17830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结尾升华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468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28016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分模块产出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2971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每个模块单独生成Prompt，分步产出后整合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280160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使用Skill模板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80160" y="4160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将流程固化为可复用模板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做判断与学习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做判断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设定身份规则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让AI基于记忆给出判断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设置飞书提醒自动推送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554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37760" y="2103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向量化个人语料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2651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喂入AI形成知识库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3200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让AI模仿个人风格输出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飞书妙搭实操：三步部署法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286000" cy="36576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C4B5A3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定义Soul（人设）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0" y="16459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417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定义Identity（身份与任务）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0" y="16459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417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教会Skills（技能包）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平台能力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F5F2EB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00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多代理架构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60320" y="320040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F5F2EB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3200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多模态输入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320040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F5F2EB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200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多维表持久化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66560" y="320040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F5F2EB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3200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消息卡片/通知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李诞AI的"虾"是什么样的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286000" cy="36576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600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风格可控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2057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可设定特定人设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554480"/>
            <a:ext cx="457200" cy="45720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40680" y="1600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Persona一致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40680" y="2057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多轮对话不崩人设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3063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模块化产出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520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复杂任务拆分子模块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283464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017520"/>
            <a:ext cx="457200" cy="45720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40680" y="3063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长期记忆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40680" y="3520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对话写入memory.md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如何开始你的养虾之旅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286000" cy="36576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定义你的AI人设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457200" cy="45720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194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选择1个Skill开始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017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持续喂养记忆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F5F2EB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554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2103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最小可复用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2651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迭代优化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37760" y="3200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记忆沉淀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C4B5A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C4B5A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"养虾养的不是AI，是未来的自己。"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方法论本质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将个人经验、风格、知识通过Prompt和记忆灌输给AI，让AI成为"数字分身"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B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适用人群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29768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5F2EB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297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内容创作者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17520" y="429768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5F2EB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4297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知识工作者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77840" y="429768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5F2EB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4297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效率追求者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B5A3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2026-03-22T14:53:15Z</dcterms:created>
  <dcterms:modified xsi:type="dcterms:W3CDTF">2026-03-22T14:53:15Z</dcterms:modified>
</cp:coreProperties>
</file>