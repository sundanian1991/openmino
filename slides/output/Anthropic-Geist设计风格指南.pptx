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0175"/>
          </a:xfrm>
          <a:prstGeom prst="rect">
            <a:avLst/>
          </a:prstGeom>
          <a:solidFill>
            <a:srgbClr val="E2725B"/>
          </a:solidFill>
          <a:ln w="12700">
            <a:solidFill>
              <a:srgbClr val="E272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Geist × Anthropic 设计风格完全指南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色彩系统 · 构图法则 · 元素库 · Prompt模板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设计规范文档  |  v1.0  |  2026-03-06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0175"/>
          </a:xfrm>
          <a:prstGeom prst="rect">
            <a:avLst/>
          </a:prstGeom>
          <a:solidFill>
            <a:srgbClr val="E2725B"/>
          </a:solidFill>
          <a:ln w="12700">
            <a:solidFill>
              <a:srgbClr val="E272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05840" y="1463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风格 DNA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05840" y="2240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色彩系统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05840" y="30175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线条与手绘规则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05840" y="37947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构图与网格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5488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303520" y="1463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标志性元素库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5488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303520" y="2240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情感与语义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5488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303520" y="30175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模板库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5488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303520" y="37947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实战案例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2725B"/>
          </a:solidFill>
          <a:ln w="12700">
            <a:solidFill>
              <a:srgbClr val="E272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风格 DNA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749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人文温度 × 技术精度 × 极简克制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2725B"/>
          </a:solidFill>
          <a:ln w="12700">
            <a:solidFill>
              <a:srgbClr val="E272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三大核心支柱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2560320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45720" cy="2560320"/>
          </a:xfrm>
          <a:prstGeom prst="rect">
            <a:avLst/>
          </a:prstGeom>
          <a:solidFill>
            <a:srgbClr val="E2725B"/>
          </a:solidFill>
          <a:ln w="12700">
            <a:solidFill>
              <a:srgbClr val="E272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45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温暖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陶土色传递的质朴感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Terracotta 主调 + 手形元素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651760" cy="2560320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371600"/>
            <a:ext cx="45720" cy="2560320"/>
          </a:xfrm>
          <a:prstGeom prst="rect">
            <a:avLst/>
          </a:prstGeom>
          <a:solidFill>
            <a:srgbClr val="E2725B"/>
          </a:solidFill>
          <a:ln w="12700">
            <a:solidFill>
              <a:srgbClr val="E272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645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严谨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474720" y="2194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技术公司的可信度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27432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几何网格 + 模块化结构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371600"/>
            <a:ext cx="2651760" cy="2560320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371600"/>
            <a:ext cx="45720" cy="2560320"/>
          </a:xfrm>
          <a:prstGeom prst="rect">
            <a:avLst/>
          </a:prstGeom>
          <a:solidFill>
            <a:srgbClr val="E2725B"/>
          </a:solidFill>
          <a:ln w="12700">
            <a:solidFill>
              <a:srgbClr val="E272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645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克制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309360" y="2194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少即是多的美学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27432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充裕留白 + 精简元素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2519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核心定位：用温暖的手绘语言，讲述严谨的技术故事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2725B"/>
          </a:solidFill>
          <a:ln w="12700">
            <a:solidFill>
              <a:srgbClr val="E272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色彩系统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749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陶土色家族 · 辅助色 · 中性色 · 点缀色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2725B"/>
          </a:solidFill>
          <a:ln w="12700">
            <a:solidFill>
              <a:srgbClr val="E272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陶土色家族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57200" cy="457200"/>
          </a:xfrm>
          <a:prstGeom prst="rect">
            <a:avLst/>
          </a:prstGeom>
          <a:solidFill>
            <a:srgbClr val="E272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280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Terracotta Base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0" y="12801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#E2725B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0" y="1280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主品牌色、Logo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457200" cy="457200"/>
          </a:xfrm>
          <a:prstGeom prst="rect">
            <a:avLst/>
          </a:prstGeom>
          <a:solidFill>
            <a:srgbClr val="E353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920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Terracotta Accent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74720" y="19202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#E35336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1920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强调色、CTA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457200" cy="457200"/>
          </a:xfrm>
          <a:prstGeom prst="rect">
            <a:avLst/>
          </a:prstGeom>
          <a:solidFill>
            <a:srgbClr val="CA66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560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Terracotta Deep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25603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#CA6641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2560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文字、深色填充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457200" cy="457200"/>
          </a:xfrm>
          <a:prstGeom prst="rect">
            <a:avLst/>
          </a:prstGeom>
          <a:solidFill>
            <a:srgbClr val="E76F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200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Terracotta Warm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74720" y="32004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#E76F51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54880" y="3200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替代暖色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辅助色（无障碍支持）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57200" y="3383280"/>
            <a:ext cx="365760" cy="320040"/>
          </a:xfrm>
          <a:prstGeom prst="rect">
            <a:avLst/>
          </a:prstGeom>
          <a:solidFill>
            <a:srgbClr val="B851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383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Shade-1  #B85143  对比度: 4.8:1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840480"/>
            <a:ext cx="365760" cy="320040"/>
          </a:xfrm>
          <a:prstGeom prst="rect">
            <a:avLst/>
          </a:prstGeom>
          <a:solidFill>
            <a:srgbClr val="9C44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840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Shade-2  #9C4438  对比度: 6.3:1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297680"/>
            <a:ext cx="365760" cy="320040"/>
          </a:xfrm>
          <a:prstGeom prst="rect">
            <a:avLst/>
          </a:prstGeom>
          <a:solidFill>
            <a:srgbClr val="7D37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4297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Shade-3  #7D372D  对比度: 8.5:1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0392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2725B"/>
          </a:solidFill>
          <a:ln w="12700">
            <a:solidFill>
              <a:srgbClr val="E272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色彩使用金字塔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429000" y="3840480"/>
            <a:ext cx="2286000" cy="822960"/>
          </a:xfrm>
          <a:prstGeom prst="rect">
            <a:avLst/>
          </a:prstGeom>
          <a:solidFill>
            <a:srgbClr val="F5F1EE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520440" y="393192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160520" y="3931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中性基底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60520" y="42976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Cream / Grey - 背景、文字、边框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0" y="2926080"/>
            <a:ext cx="3657600" cy="822960"/>
          </a:xfrm>
          <a:prstGeom prst="rect">
            <a:avLst/>
          </a:prstGeom>
          <a:solidFill>
            <a:srgbClr val="E8E4E1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301752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74720" y="3017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主色陶土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3383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Terracotta - 填充、强调、图标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57400" y="2011680"/>
            <a:ext cx="5029200" cy="822960"/>
          </a:xfrm>
          <a:prstGeom prst="rect">
            <a:avLst/>
          </a:prstGeom>
          <a:solidFill>
            <a:srgbClr val="D0D0D0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48840" y="210312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788920" y="2103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顶层点缀色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88920" y="24688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 Blue / Muted Teal - 链接、CTA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色彩使用原则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0" y="1828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陶土色仅用于核心焦点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0" y="2194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点缀色谨慎使用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0" y="2560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中性色承载信息主体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2725B"/>
          </a:solidFill>
          <a:ln w="12700">
            <a:solidFill>
              <a:srgbClr val="E272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线条与手绘规则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749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有机 · 克制 · 一致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2725B"/>
          </a:solidFill>
          <a:ln w="12700">
            <a:solidFill>
              <a:srgbClr val="E272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线条特征与应用层级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线条风格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46888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手绘感、微瑕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线条粗细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46888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2-3px (24dp网格)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端点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468880" y="2103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圆角 Round cap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560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转角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468880" y="2560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圆滑过渡 Round join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017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颜色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468880" y="3017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Charcoal #3D2C29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03520" y="11887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应用层级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03520" y="1645920"/>
            <a:ext cx="3200400" cy="685800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0" y="1645920"/>
            <a:ext cx="45720" cy="685800"/>
          </a:xfrm>
          <a:prstGeom prst="rect">
            <a:avLst/>
          </a:prstGeom>
          <a:solidFill>
            <a:srgbClr val="E272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40680" y="17373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装饰层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40680" y="20116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背景纹理、分割线、边框装饰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03520" y="2468880"/>
            <a:ext cx="3200400" cy="685800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03520" y="2468880"/>
            <a:ext cx="45720" cy="685800"/>
          </a:xfrm>
          <a:prstGeom prst="rect">
            <a:avLst/>
          </a:prstGeom>
          <a:solidFill>
            <a:srgbClr val="E272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40680" y="2560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40680" y="28346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表情、姿态、手势、自然元素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03520" y="3291840"/>
            <a:ext cx="3200400" cy="685800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03520" y="3291840"/>
            <a:ext cx="45720" cy="685800"/>
          </a:xfrm>
          <a:prstGeom prst="rect">
            <a:avLst/>
          </a:prstGeom>
          <a:solidFill>
            <a:srgbClr val="E272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40680" y="33832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结构层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40680" y="36576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几何形状、网格、容器（谨慎）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3931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手绘线条 = 微波动 + 有机变化 + 柔和过渡 = 温暖人性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0080" y="4389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机械线条 = 完美直线 + 统一粗细 + 锐利转角 = 冷感精确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0392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2725B"/>
          </a:solidFill>
          <a:ln w="12700">
            <a:solidFill>
              <a:srgbClr val="E272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构图与网格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749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5×5 方格矩阵 · 间距 Token · 留白原则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2725B"/>
          </a:solidFill>
          <a:ln w="12700">
            <a:solidFill>
              <a:srgbClr val="E272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网格系统与间距 Token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网格规格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Desktop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45920" y="1645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12列 / 24px / 24px / 1440px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Tablet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45920" y="2103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8列 / 16px / 16px / 768px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560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Mobile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45920" y="2560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4列 / 12px / 16px / 390px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间距 Token（基于 4px 单元）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0" y="1645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space.1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92240" y="1645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4px - 微小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2103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space.4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2103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16px - 默认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2560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space.8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2560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32px - 大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0" y="3017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space.12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92240" y="3017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48px - 页面级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200400"/>
            <a:ext cx="45720" cy="1371600"/>
          </a:xfrm>
          <a:prstGeom prst="rect">
            <a:avLst/>
          </a:prstGeom>
          <a:solidFill>
            <a:srgbClr val="E272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291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留白原则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" y="37490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留白 &gt; 40%  |  元素周围至少 space.8 (32px) 呼吸空间  |  页面边距 &gt; 10% 视口宽度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4114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5×5 方格矩阵系统：Anthropic 图标集标准布局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2725B"/>
          </a:solidFill>
          <a:ln w="12700">
            <a:solidFill>
              <a:srgbClr val="E272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标志性元素库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749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手形符号系统 · 自然意象 · 技术符号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2725B"/>
          </a:solidFill>
          <a:ln w="12700">
            <a:solidFill>
              <a:srgbClr val="E272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手形符号系统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手形是 Anthropic 设计的核心，象征连接、传递、协作、引导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张开的手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468880" y="1371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欢迎、开放、提供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指向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468880" y="2011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引导、指示、强调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握拳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468880" y="2651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力量、确定、持有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371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托举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371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支持、承载、奉献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2011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040880" y="2011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认可、庆祝、协作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2651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书写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040880" y="2651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创作、表达、记录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3200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 × 物品组合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3566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 + 书籍 = 知识传递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0" y="3749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 + 地球 = 全球协作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931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 + 代码 = 技术创作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0" y="4114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 + 植物 = 成长培育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0" y="3200400"/>
            <a:ext cx="3657600" cy="1645920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0" y="3200400"/>
            <a:ext cx="45720" cy="1645920"/>
          </a:xfrm>
          <a:prstGeom prst="rect">
            <a:avLst/>
          </a:prstGeom>
          <a:solidFill>
            <a:srgbClr val="E272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3291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自然意象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12080" y="374904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蝴蝶 = 蜕变、进化  |  山脉 = 稳定、高度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蜂巢 = 协作、结构  |  水流 = 流动、适应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2725B"/>
          </a:solidFill>
          <a:ln w="12700">
            <a:solidFill>
              <a:srgbClr val="E272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模板库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749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风格前缀 · 色彩指令 · 完整示例 · 快速模板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2725B"/>
          </a:solidFill>
          <a:ln w="12700">
            <a:solidFill>
              <a:srgbClr val="E272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模板结构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基础结构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002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[风格前缀] + [主体描述] + [色彩指令] + [风格修饰] + [技术指令]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通用风格前缀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3657600" cy="731520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697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minimalist design in Anthropic/Geist style, featuring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0" y="2194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色彩指令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0" y="2560320"/>
            <a:ext cx="4114800" cy="731520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65176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Terracotta #C77B68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Cream background #F5F1EE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Charcoal lines #3D2C29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383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风格修饰词（必选）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3749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hand-drawn style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069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minimalist line art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389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soft organic curves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709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rounded line endings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0" y="3383280"/>
            <a:ext cx="4114800" cy="155448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34747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快速调用模板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63440" y="384048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minimalist [主题] in Anthropic style,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hand-drawn line art, terracotta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warm cream background,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organic curves, ample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space, flat vector art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2725B"/>
          </a:solidFill>
          <a:ln w="12700">
            <a:solidFill>
              <a:srgbClr val="E272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快速参考卡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solidFill>
            <a:srgbClr val="E272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344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陶土色手绘线稿，温暖克制，人文科技感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三原色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365760" cy="320040"/>
          </a:xfrm>
          <a:prstGeom prst="rect">
            <a:avLst/>
          </a:prstGeom>
          <a:solidFill>
            <a:srgbClr val="C77B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194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Terracotta #C77B68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365760" cy="320040"/>
          </a:xfrm>
          <a:prstGeom prst="rect">
            <a:avLst/>
          </a:prstGeom>
          <a:solidFill>
            <a:srgbClr val="F5F1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651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Cream #F5F1EE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365760" cy="320040"/>
          </a:xfrm>
          <a:prstGeom prst="rect">
            <a:avLst/>
          </a:prstGeom>
          <a:solidFill>
            <a:srgbClr val="3D2C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108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Charcoal #3D2C29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0" y="1828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三个关键词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57600" y="2194560"/>
            <a:ext cx="1371600" cy="320040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0" y="21945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手绘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0" y="2651760"/>
            <a:ext cx="1371600" cy="320040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0" y="2651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温暖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0" y="3108960"/>
            <a:ext cx="1371600" cy="320040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0" y="3108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极简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设计检查清单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" y="3566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主色使用 Terracotta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00400" y="3718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背景使用 Cream/Ivory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0" y="3870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线条颜色 Charcoal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023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线条端点圆角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00400" y="4175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留白 &gt; 40%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Geist × Anthropic 设计风格完全指南  |  v1.0  |  参考：Geist design studio, Anthropic brand materials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0392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2026-03-31T15:46:57Z</dcterms:created>
  <dcterms:modified xsi:type="dcterms:W3CDTF">2026-03-31T15:46:57Z</dcterms:modified>
</cp:coreProperties>
</file>