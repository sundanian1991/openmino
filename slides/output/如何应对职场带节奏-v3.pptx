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9ADA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2743200" cy="2743200"/>
          </a:xfrm>
          <a:prstGeom prst="ellipse">
            <a:avLst/>
          </a:prstGeom>
          <a:solidFill>
            <a:srgbClr val="9A8C9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C9ADA7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457200"/>
            <a:ext cx="137160" cy="18288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如何应对职场"带节奏"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刘乾坤开门红激励预警事件深度分析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C9ADA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109728" cy="5486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28600" cy="3474720"/>
          </a:xfrm>
          <a:prstGeom prst="rect">
            <a:avLst/>
          </a:prstGeom>
          <a:solidFill>
            <a:srgbClr val="C9ADA7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事件回顾与核心矛盾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1907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预警确实存在，但方式有问题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1993392"/>
            <a:ext cx="6858000" cy="0"/>
          </a:xfrm>
          <a:prstGeom prst="line">
            <a:avLst/>
          </a:prstGeom>
          <a:noFill/>
          <a:ln w="12700">
            <a:solidFill>
              <a:srgbClr val="9A8C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240280"/>
            <a:ext cx="411480" cy="4114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2585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行为模式拆解：五拳组合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58775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 → 群内表演 → 道德绑架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8720" y="2862072"/>
            <a:ext cx="6858000" cy="0"/>
          </a:xfrm>
          <a:prstGeom prst="line">
            <a:avLst/>
          </a:prstGeom>
          <a:noFill/>
          <a:ln w="12700">
            <a:solidFill>
              <a:srgbClr val="9A8C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12724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动机分析与判断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4564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 + 转移视线 + 保护关系网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3730752"/>
            <a:ext cx="6858000" cy="0"/>
          </a:xfrm>
          <a:prstGeom prst="line">
            <a:avLst/>
          </a:prstGeom>
          <a:noFill/>
          <a:ln w="12700">
            <a:solidFill>
              <a:srgbClr val="9A8C9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977640"/>
            <a:ext cx="411480" cy="4114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9959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应对策略与话术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不接靶子、回归根本原因、保护安全感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32320" y="4206240"/>
            <a:ext cx="1645920" cy="1645920"/>
          </a:xfrm>
          <a:prstGeom prst="ellipse">
            <a:avLst/>
          </a:prstGeom>
          <a:solidFill>
            <a:srgbClr val="9A8C98">
              <a:alpha val="1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事件回顾与核心矛盾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109728" cy="4114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950976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1645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刘乾坤的攻击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"激励拿不到，供应商会大量流失"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73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"影响 1400 个工人、5000 个家庭"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93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"激励方案定得非常有问题"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854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在群里@所有人，疯狂预警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950976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9144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914400"/>
            <a:ext cx="54864" cy="16459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实际情况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只有头部供应商个别问题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673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激励可以放到 4 月继续发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9293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激励是策略组定的（多方共识）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1854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交接期信息真空、数据中断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" y="3054096"/>
            <a:ext cx="8138160" cy="1463040"/>
          </a:xfrm>
          <a:prstGeom prst="roundRect">
            <a:avLst>
              <a:gd name="adj" fmla="val 5000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017520"/>
            <a:ext cx="8138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6850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只攻击服务组，不攻击策略组（激励是策略组定的）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520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转移视线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6850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把"交接期问题"转移到"激励方案问题"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保护关系网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965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他和刘伟佳关系好，不提策略组配合问题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931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破坏安全感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40965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群里制造对立，让大家都紧绷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行为模式拆解：五拳组合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109728" cy="4114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84632" y="1042416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691640" cy="4572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只攻击服务组，不攻击策略组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508760" cy="1737360"/>
          </a:xfrm>
          <a:prstGeom prst="roundRect">
            <a:avLst>
              <a:gd name="adj" fmla="val 3636"/>
            </a:avLst>
          </a:prstGeom>
          <a:solidFill>
            <a:srgbClr val="9A8C98">
              <a:alpha val="30000"/>
            </a:srgbClr>
          </a:solidFill>
          <a:ln w="12700">
            <a:solidFill>
              <a:srgbClr val="9A8C9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94360" y="265176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激励是策略组定的，但他只说"激励有问题"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1042416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12848" y="1005840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212848" y="1005840"/>
            <a:ext cx="1691640" cy="4572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5" name="Text 13"/>
          <p:cNvSpPr/>
          <p:nvPr/>
        </p:nvSpPr>
        <p:spPr>
          <a:xfrm>
            <a:off x="2212848" y="1005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04288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群内表演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04288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在群里@所有人，密集同步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04288" y="2514600"/>
            <a:ext cx="1508760" cy="1737360"/>
          </a:xfrm>
          <a:prstGeom prst="roundRect">
            <a:avLst>
              <a:gd name="adj" fmla="val 3636"/>
            </a:avLst>
          </a:prstGeom>
          <a:solidFill>
            <a:srgbClr val="9A8C98">
              <a:alpha val="30000"/>
            </a:srgbClr>
          </a:solidFill>
          <a:ln w="12700">
            <a:solidFill>
              <a:srgbClr val="9A8C9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350008" y="265176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"疯狂地说自己在预警"= 强调"我在努力"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95928" y="1042416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68496" y="1005840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968496" y="1005840"/>
            <a:ext cx="1691640" cy="4572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3" name="Text 21"/>
          <p:cNvSpPr/>
          <p:nvPr/>
        </p:nvSpPr>
        <p:spPr>
          <a:xfrm>
            <a:off x="3968496" y="1005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059936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道德绑架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59936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用情绪化数字制造恐慌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59936" y="2514600"/>
            <a:ext cx="1508760" cy="1737360"/>
          </a:xfrm>
          <a:prstGeom prst="roundRect">
            <a:avLst>
              <a:gd name="adj" fmla="val 3636"/>
            </a:avLst>
          </a:prstGeom>
          <a:solidFill>
            <a:srgbClr val="9A8C98">
              <a:alpha val="30000"/>
            </a:srgbClr>
          </a:solidFill>
          <a:ln w="12700">
            <a:solidFill>
              <a:srgbClr val="9A8C98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105656" y="265176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"影响 1400 个工人、5000 个家庭"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51576" y="1042416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24144" y="1005840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724144" y="1005840"/>
            <a:ext cx="1691640" cy="4572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1" name="Text 29"/>
          <p:cNvSpPr/>
          <p:nvPr/>
        </p:nvSpPr>
        <p:spPr>
          <a:xfrm>
            <a:off x="5724144" y="1005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815584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转移视线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15584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把交接期问题转移到激励方案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15584" y="2514600"/>
            <a:ext cx="1508760" cy="1737360"/>
          </a:xfrm>
          <a:prstGeom prst="roundRect">
            <a:avLst>
              <a:gd name="adj" fmla="val 3636"/>
            </a:avLst>
          </a:prstGeom>
          <a:solidFill>
            <a:srgbClr val="9A8C98">
              <a:alpha val="30000"/>
            </a:srgbClr>
          </a:solidFill>
          <a:ln w="12700">
            <a:solidFill>
              <a:srgbClr val="9A8C98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861304" y="265176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不说"交接期信息真空"，只说"方案定得高"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07224" y="1042416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479792" y="1005840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7479792" y="1005840"/>
            <a:ext cx="1691640" cy="4572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9" name="Text 37"/>
          <p:cNvSpPr/>
          <p:nvPr/>
        </p:nvSpPr>
        <p:spPr>
          <a:xfrm>
            <a:off x="7479792" y="1005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571232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保护关系网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571232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不攻击刘伟佳，维护前下属关系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71232" y="2514600"/>
            <a:ext cx="1508760" cy="1737360"/>
          </a:xfrm>
          <a:prstGeom prst="roundRect">
            <a:avLst>
              <a:gd name="adj" fmla="val 3636"/>
            </a:avLst>
          </a:prstGeom>
          <a:solidFill>
            <a:srgbClr val="9A8C98">
              <a:alpha val="30000"/>
            </a:srgbClr>
          </a:solidFill>
          <a:ln w="12700">
            <a:solidFill>
              <a:srgbClr val="9A8C98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7616952" y="265176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他和刘伟佳关系好，不提策略组配合问题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22223B">
              <a:alpha val="9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核心判断：这不是正常的工作方式，让人觉得动机或工作方式有问题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动机分析与判断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109728" cy="4114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核心判断：表演型预警 + 转移视线 + 保护关系网 的三重组合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728216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" cy="10515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013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801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逻辑：通过"发现问题"来建立自己"关心业务"的人设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258568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档案中模式 2"群内表演"：全程有观众意识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"疯狂地说自己在预警"= 强调"我在努力"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收益：如果激励出问题=他预警有功；如果不出问题=他推动有功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2871216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83464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34640"/>
            <a:ext cx="54864" cy="10515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443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转移视线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逻辑：把"交接期管理失效"转移到"激励方案有问题"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401568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只说"激励有问题"，不说"交接期信息真空"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只说"激励定得高"，不说"数据中断、质量变差"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收益：规避自己的交接责任，把问题归咎于"方案定得高"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4014216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97764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977640"/>
            <a:ext cx="54864" cy="10515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873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保护关系网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0" y="408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3434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逻辑：只攻击服务组，不攻击策略组，保护刘伟佳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544568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激励是策略组定的，但他只说"激励有问题"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709160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他和刘伟佳关系好（前下属），不提"策略组配合问题"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846320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收益：维护和刘伟佳的关系，在策略组那边留"好人"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9A8C98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工作方式问题：不先沟通直接群里"放炮" → 选择性攻击 → 用情绪化数字 → 破坏团队安全感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应对策略与话术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109728" cy="4114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84632" y="1042416"/>
            <a:ext cx="1627632" cy="2011680"/>
          </a:xfrm>
          <a:prstGeom prst="roundRect">
            <a:avLst>
              <a:gd name="adj" fmla="val 449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627632" cy="20116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20116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1170432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不接靶子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399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不说"激励确实有问题"、"策略确实有问题"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76272" y="1042416"/>
            <a:ext cx="1627632" cy="2011680"/>
          </a:xfrm>
          <a:prstGeom prst="roundRect">
            <a:avLst>
              <a:gd name="adj" fmla="val 449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1005840"/>
            <a:ext cx="1627632" cy="20116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148840" y="1005840"/>
            <a:ext cx="54864" cy="20116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1170432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1554480"/>
            <a:ext cx="1399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指出"交接期信息真空、数据中断"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67912" y="1042416"/>
            <a:ext cx="1627632" cy="2011680"/>
          </a:xfrm>
          <a:prstGeom prst="roundRect">
            <a:avLst>
              <a:gd name="adj" fmla="val 449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0" y="1005840"/>
            <a:ext cx="1627632" cy="20116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1005840"/>
            <a:ext cx="54864" cy="20116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97680" y="1170432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拒绝逼迫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77640" y="1554480"/>
            <a:ext cx="1399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不被道德绑架逼迫表态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59552" y="1042416"/>
            <a:ext cx="1627632" cy="2011680"/>
          </a:xfrm>
          <a:prstGeom prst="roundRect">
            <a:avLst>
              <a:gd name="adj" fmla="val 449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532120" y="1005840"/>
            <a:ext cx="1627632" cy="20116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532120" y="1005840"/>
            <a:ext cx="54864" cy="20116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💙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989320" y="1170432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保护安全感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1554480"/>
            <a:ext cx="1399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不在群里制造对立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51192" y="1042416"/>
            <a:ext cx="1627632" cy="2011680"/>
          </a:xfrm>
          <a:prstGeom prst="roundRect">
            <a:avLst>
              <a:gd name="adj" fmla="val 4494"/>
            </a:avLst>
          </a:prstGeom>
          <a:solidFill>
            <a:srgbClr val="D0D0D0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23760" y="1005840"/>
            <a:ext cx="1627632" cy="20116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223760" y="1005840"/>
            <a:ext cx="54864" cy="20116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680960" y="1170432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1554480"/>
            <a:ext cx="1399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真实数据对抗情绪化数字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20040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200400"/>
            <a:ext cx="54864" cy="13258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3101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回应框架（群内@时使用）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36393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- Respond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37764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"我理解你对激励问题的担忧"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37560" y="36393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- Explain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37560" y="37764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"真正的问题是交接期信息真空、数据中断，不是拿不到钱"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36393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Action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37764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"我这边已经和头部供应商沟通过，建议恢复数据同步机制"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4023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- Constraint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41605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"激励方案制定在策略组，我这边负责供应商沟通"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37560" y="4023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- Target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37560" y="41605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"建议你们私下对齐交接期责任划分，恢复数据同步"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总结：关键洞察与行动指南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109728" cy="4114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预警确实存在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099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激励确实定得高、难达成，这是事实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但方式有问题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95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选择性攻击、群里放炮、道德绑架、破坏安全感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核心动机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 + 转移视线 + 保护关系网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工作方式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67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不是正常的工作方式，让人觉得动机有问题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1005840"/>
            <a:ext cx="54864" cy="32004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行动指南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识别模式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7099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认清这是"表演型预警"，不是真的危机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不接靶子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395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不说"激励/策略确实有问题"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880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回归事实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指出"交接期信息真空、数据中断"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保护安全感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767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不在群里制造对立，建议私下沟通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2222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531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"情绪化的数字不能帮助我们解决问题，反而会制造恐慌，破坏团队安全感。"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7274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核心话术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2026-03-29T13:26:51Z</dcterms:created>
  <dcterms:modified xsi:type="dcterms:W3CDTF">2026-03-29T13:26:51Z</dcterms:modified>
</cp:coreProperties>
</file>